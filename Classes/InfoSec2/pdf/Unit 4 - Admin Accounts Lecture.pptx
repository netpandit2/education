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6"/>
  </p:notesMasterIdLst>
  <p:sldIdLst>
    <p:sldId id="256" r:id="rId5"/>
    <p:sldId id="1037" r:id="rId6"/>
    <p:sldId id="445" r:id="rId7"/>
    <p:sldId id="658" r:id="rId8"/>
    <p:sldId id="544" r:id="rId9"/>
    <p:sldId id="444" r:id="rId10"/>
    <p:sldId id="1042" r:id="rId11"/>
    <p:sldId id="1023" r:id="rId12"/>
    <p:sldId id="1043" r:id="rId13"/>
    <p:sldId id="1044" r:id="rId14"/>
    <p:sldId id="1045" r:id="rId15"/>
    <p:sldId id="1046" r:id="rId16"/>
    <p:sldId id="1047" r:id="rId17"/>
    <p:sldId id="1048" r:id="rId18"/>
    <p:sldId id="1049" r:id="rId19"/>
    <p:sldId id="1052" r:id="rId20"/>
    <p:sldId id="1050" r:id="rId21"/>
    <p:sldId id="1051" r:id="rId22"/>
    <p:sldId id="1053" r:id="rId23"/>
    <p:sldId id="1054" r:id="rId24"/>
    <p:sldId id="1055" r:id="rId25"/>
    <p:sldId id="1057" r:id="rId26"/>
    <p:sldId id="1058" r:id="rId27"/>
    <p:sldId id="1056" r:id="rId28"/>
    <p:sldId id="1059" r:id="rId29"/>
    <p:sldId id="1061" r:id="rId30"/>
    <p:sldId id="1060" r:id="rId31"/>
    <p:sldId id="1062" r:id="rId32"/>
    <p:sldId id="1063" r:id="rId33"/>
    <p:sldId id="1064" r:id="rId34"/>
    <p:sldId id="1065" r:id="rId35"/>
    <p:sldId id="1067" r:id="rId36"/>
    <p:sldId id="1066" r:id="rId37"/>
    <p:sldId id="1068" r:id="rId38"/>
    <p:sldId id="1070" r:id="rId39"/>
    <p:sldId id="1039" r:id="rId40"/>
    <p:sldId id="1069" r:id="rId41"/>
    <p:sldId id="1071" r:id="rId42"/>
    <p:sldId id="1072" r:id="rId43"/>
    <p:sldId id="605" r:id="rId44"/>
    <p:sldId id="54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BA628A-3B57-4962-8565-4EA61719FAB5}" v="35" dt="2025-09-16T00:07:03.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7373" autoAdjust="0"/>
  </p:normalViewPr>
  <p:slideViewPr>
    <p:cSldViewPr snapToGrid="0">
      <p:cViewPr varScale="1">
        <p:scale>
          <a:sx n="48" d="100"/>
          <a:sy n="48" d="100"/>
        </p:scale>
        <p:origin x="1975"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P Krause" userId="23140df0-a9f4-4d9c-8e6f-6b674da89770" providerId="ADAL" clId="{67410B4E-422E-4D65-9D2A-D4961290D8FE}"/>
    <pc:docChg chg="undo custSel addSld delSld modSld sldOrd">
      <pc:chgData name="Brian P Krause" userId="23140df0-a9f4-4d9c-8e6f-6b674da89770" providerId="ADAL" clId="{67410B4E-422E-4D65-9D2A-D4961290D8FE}" dt="2025-09-16T00:07:24.650" v="1582" actId="20577"/>
      <pc:docMkLst>
        <pc:docMk/>
      </pc:docMkLst>
      <pc:sldChg chg="modSp mod">
        <pc:chgData name="Brian P Krause" userId="23140df0-a9f4-4d9c-8e6f-6b674da89770" providerId="ADAL" clId="{67410B4E-422E-4D65-9D2A-D4961290D8FE}" dt="2025-09-15T19:11:12.626" v="13" actId="20577"/>
        <pc:sldMkLst>
          <pc:docMk/>
          <pc:sldMk cId="1257880900" sldId="256"/>
        </pc:sldMkLst>
        <pc:spChg chg="mod">
          <ac:chgData name="Brian P Krause" userId="23140df0-a9f4-4d9c-8e6f-6b674da89770" providerId="ADAL" clId="{67410B4E-422E-4D65-9D2A-D4961290D8FE}" dt="2025-09-15T19:11:12.626" v="13" actId="20577"/>
          <ac:spMkLst>
            <pc:docMk/>
            <pc:sldMk cId="1257880900" sldId="256"/>
            <ac:spMk id="3" creationId="{00000000-0000-0000-0000-000000000000}"/>
          </ac:spMkLst>
        </pc:spChg>
      </pc:sldChg>
      <pc:sldChg chg="del">
        <pc:chgData name="Brian P Krause" userId="23140df0-a9f4-4d9c-8e6f-6b674da89770" providerId="ADAL" clId="{67410B4E-422E-4D65-9D2A-D4961290D8FE}" dt="2025-09-15T19:45:28.394" v="332" actId="2696"/>
        <pc:sldMkLst>
          <pc:docMk/>
          <pc:sldMk cId="3586622816" sldId="424"/>
        </pc:sldMkLst>
      </pc:sldChg>
      <pc:sldChg chg="addSp delSp modSp mod">
        <pc:chgData name="Brian P Krause" userId="23140df0-a9f4-4d9c-8e6f-6b674da89770" providerId="ADAL" clId="{67410B4E-422E-4D65-9D2A-D4961290D8FE}" dt="2025-09-15T19:20:35.533" v="91" actId="1076"/>
        <pc:sldMkLst>
          <pc:docMk/>
          <pc:sldMk cId="1388443394" sldId="444"/>
        </pc:sldMkLst>
        <pc:spChg chg="del">
          <ac:chgData name="Brian P Krause" userId="23140df0-a9f4-4d9c-8e6f-6b674da89770" providerId="ADAL" clId="{67410B4E-422E-4D65-9D2A-D4961290D8FE}" dt="2025-09-15T19:20:09.819" v="85" actId="478"/>
          <ac:spMkLst>
            <pc:docMk/>
            <pc:sldMk cId="1388443394" sldId="444"/>
            <ac:spMk id="2" creationId="{A48300CE-87DA-4E24-B542-58138506F10B}"/>
          </ac:spMkLst>
        </pc:spChg>
        <pc:spChg chg="del">
          <ac:chgData name="Brian P Krause" userId="23140df0-a9f4-4d9c-8e6f-6b674da89770" providerId="ADAL" clId="{67410B4E-422E-4D65-9D2A-D4961290D8FE}" dt="2025-09-15T19:20:17.564" v="87" actId="478"/>
          <ac:spMkLst>
            <pc:docMk/>
            <pc:sldMk cId="1388443394" sldId="444"/>
            <ac:spMk id="3" creationId="{2DAA0EC8-D1A9-4D83-B009-6CADE2F8C507}"/>
          </ac:spMkLst>
        </pc:spChg>
        <pc:spChg chg="add del mod">
          <ac:chgData name="Brian P Krause" userId="23140df0-a9f4-4d9c-8e6f-6b674da89770" providerId="ADAL" clId="{67410B4E-422E-4D65-9D2A-D4961290D8FE}" dt="2025-09-15T19:20:14.993" v="86" actId="478"/>
          <ac:spMkLst>
            <pc:docMk/>
            <pc:sldMk cId="1388443394" sldId="444"/>
            <ac:spMk id="5" creationId="{63D5390D-1FCB-1F39-1633-364B6EFBD8D8}"/>
          </ac:spMkLst>
        </pc:spChg>
        <pc:picChg chg="add mod">
          <ac:chgData name="Brian P Krause" userId="23140df0-a9f4-4d9c-8e6f-6b674da89770" providerId="ADAL" clId="{67410B4E-422E-4D65-9D2A-D4961290D8FE}" dt="2025-09-15T19:20:35.533" v="91" actId="1076"/>
          <ac:picMkLst>
            <pc:docMk/>
            <pc:sldMk cId="1388443394" sldId="444"/>
            <ac:picMk id="7" creationId="{6747635A-6229-D879-7F8C-AE71E9A2B271}"/>
          </ac:picMkLst>
        </pc:picChg>
      </pc:sldChg>
      <pc:sldChg chg="modSp mod">
        <pc:chgData name="Brian P Krause" userId="23140df0-a9f4-4d9c-8e6f-6b674da89770" providerId="ADAL" clId="{67410B4E-422E-4D65-9D2A-D4961290D8FE}" dt="2025-09-15T19:11:59.887" v="84" actId="20577"/>
        <pc:sldMkLst>
          <pc:docMk/>
          <pc:sldMk cId="512446019" sldId="445"/>
        </pc:sldMkLst>
        <pc:spChg chg="mod">
          <ac:chgData name="Brian P Krause" userId="23140df0-a9f4-4d9c-8e6f-6b674da89770" providerId="ADAL" clId="{67410B4E-422E-4D65-9D2A-D4961290D8FE}" dt="2025-09-15T19:11:59.887" v="84" actId="20577"/>
          <ac:spMkLst>
            <pc:docMk/>
            <pc:sldMk cId="512446019" sldId="445"/>
            <ac:spMk id="2" creationId="{A48300CE-87DA-4E24-B542-58138506F10B}"/>
          </ac:spMkLst>
        </pc:spChg>
      </pc:sldChg>
      <pc:sldChg chg="modSp mod">
        <pc:chgData name="Brian P Krause" userId="23140df0-a9f4-4d9c-8e6f-6b674da89770" providerId="ADAL" clId="{67410B4E-422E-4D65-9D2A-D4961290D8FE}" dt="2025-09-15T23:58:06.569" v="1300"/>
        <pc:sldMkLst>
          <pc:docMk/>
          <pc:sldMk cId="3684090219" sldId="543"/>
        </pc:sldMkLst>
        <pc:spChg chg="mod">
          <ac:chgData name="Brian P Krause" userId="23140df0-a9f4-4d9c-8e6f-6b674da89770" providerId="ADAL" clId="{67410B4E-422E-4D65-9D2A-D4961290D8FE}" dt="2025-09-15T23:58:06.569" v="1300"/>
          <ac:spMkLst>
            <pc:docMk/>
            <pc:sldMk cId="3684090219" sldId="543"/>
            <ac:spMk id="3" creationId="{490A06E8-2743-4C2B-AE8D-86639956BA4E}"/>
          </ac:spMkLst>
        </pc:spChg>
      </pc:sldChg>
      <pc:sldChg chg="del">
        <pc:chgData name="Brian P Krause" userId="23140df0-a9f4-4d9c-8e6f-6b674da89770" providerId="ADAL" clId="{67410B4E-422E-4D65-9D2A-D4961290D8FE}" dt="2025-09-15T19:45:16.420" v="331" actId="2696"/>
        <pc:sldMkLst>
          <pc:docMk/>
          <pc:sldMk cId="1546594557" sldId="579"/>
        </pc:sldMkLst>
      </pc:sldChg>
      <pc:sldChg chg="del">
        <pc:chgData name="Brian P Krause" userId="23140df0-a9f4-4d9c-8e6f-6b674da89770" providerId="ADAL" clId="{67410B4E-422E-4D65-9D2A-D4961290D8FE}" dt="2025-09-15T19:45:16.420" v="331" actId="2696"/>
        <pc:sldMkLst>
          <pc:docMk/>
          <pc:sldMk cId="2779967185" sldId="599"/>
        </pc:sldMkLst>
      </pc:sldChg>
      <pc:sldChg chg="del">
        <pc:chgData name="Brian P Krause" userId="23140df0-a9f4-4d9c-8e6f-6b674da89770" providerId="ADAL" clId="{67410B4E-422E-4D65-9D2A-D4961290D8FE}" dt="2025-09-15T19:45:16.420" v="331" actId="2696"/>
        <pc:sldMkLst>
          <pc:docMk/>
          <pc:sldMk cId="2186361007" sldId="600"/>
        </pc:sldMkLst>
      </pc:sldChg>
      <pc:sldChg chg="del">
        <pc:chgData name="Brian P Krause" userId="23140df0-a9f4-4d9c-8e6f-6b674da89770" providerId="ADAL" clId="{67410B4E-422E-4D65-9D2A-D4961290D8FE}" dt="2025-09-15T19:45:16.420" v="331" actId="2696"/>
        <pc:sldMkLst>
          <pc:docMk/>
          <pc:sldMk cId="3711125916" sldId="601"/>
        </pc:sldMkLst>
      </pc:sldChg>
      <pc:sldChg chg="del">
        <pc:chgData name="Brian P Krause" userId="23140df0-a9f4-4d9c-8e6f-6b674da89770" providerId="ADAL" clId="{67410B4E-422E-4D65-9D2A-D4961290D8FE}" dt="2025-09-15T19:45:16.420" v="331" actId="2696"/>
        <pc:sldMkLst>
          <pc:docMk/>
          <pc:sldMk cId="2716782599" sldId="602"/>
        </pc:sldMkLst>
      </pc:sldChg>
      <pc:sldChg chg="del">
        <pc:chgData name="Brian P Krause" userId="23140df0-a9f4-4d9c-8e6f-6b674da89770" providerId="ADAL" clId="{67410B4E-422E-4D65-9D2A-D4961290D8FE}" dt="2025-09-15T19:45:16.420" v="331" actId="2696"/>
        <pc:sldMkLst>
          <pc:docMk/>
          <pc:sldMk cId="2567201414" sldId="603"/>
        </pc:sldMkLst>
      </pc:sldChg>
      <pc:sldChg chg="del">
        <pc:chgData name="Brian P Krause" userId="23140df0-a9f4-4d9c-8e6f-6b674da89770" providerId="ADAL" clId="{67410B4E-422E-4D65-9D2A-D4961290D8FE}" dt="2025-09-15T19:45:16.420" v="331" actId="2696"/>
        <pc:sldMkLst>
          <pc:docMk/>
          <pc:sldMk cId="2951881491" sldId="606"/>
        </pc:sldMkLst>
      </pc:sldChg>
      <pc:sldChg chg="del">
        <pc:chgData name="Brian P Krause" userId="23140df0-a9f4-4d9c-8e6f-6b674da89770" providerId="ADAL" clId="{67410B4E-422E-4D65-9D2A-D4961290D8FE}" dt="2025-09-15T19:45:16.420" v="331" actId="2696"/>
        <pc:sldMkLst>
          <pc:docMk/>
          <pc:sldMk cId="1784716286" sldId="607"/>
        </pc:sldMkLst>
      </pc:sldChg>
      <pc:sldChg chg="del">
        <pc:chgData name="Brian P Krause" userId="23140df0-a9f4-4d9c-8e6f-6b674da89770" providerId="ADAL" clId="{67410B4E-422E-4D65-9D2A-D4961290D8FE}" dt="2025-09-15T19:45:16.420" v="331" actId="2696"/>
        <pc:sldMkLst>
          <pc:docMk/>
          <pc:sldMk cId="1584090153" sldId="609"/>
        </pc:sldMkLst>
      </pc:sldChg>
      <pc:sldChg chg="del">
        <pc:chgData name="Brian P Krause" userId="23140df0-a9f4-4d9c-8e6f-6b674da89770" providerId="ADAL" clId="{67410B4E-422E-4D65-9D2A-D4961290D8FE}" dt="2025-09-15T19:45:16.420" v="331" actId="2696"/>
        <pc:sldMkLst>
          <pc:docMk/>
          <pc:sldMk cId="3568372110" sldId="611"/>
        </pc:sldMkLst>
      </pc:sldChg>
      <pc:sldChg chg="del">
        <pc:chgData name="Brian P Krause" userId="23140df0-a9f4-4d9c-8e6f-6b674da89770" providerId="ADAL" clId="{67410B4E-422E-4D65-9D2A-D4961290D8FE}" dt="2025-09-15T19:45:16.420" v="331" actId="2696"/>
        <pc:sldMkLst>
          <pc:docMk/>
          <pc:sldMk cId="2627681427" sldId="612"/>
        </pc:sldMkLst>
      </pc:sldChg>
      <pc:sldChg chg="del">
        <pc:chgData name="Brian P Krause" userId="23140df0-a9f4-4d9c-8e6f-6b674da89770" providerId="ADAL" clId="{67410B4E-422E-4D65-9D2A-D4961290D8FE}" dt="2025-09-15T19:45:16.420" v="331" actId="2696"/>
        <pc:sldMkLst>
          <pc:docMk/>
          <pc:sldMk cId="1960937590" sldId="614"/>
        </pc:sldMkLst>
      </pc:sldChg>
      <pc:sldChg chg="del">
        <pc:chgData name="Brian P Krause" userId="23140df0-a9f4-4d9c-8e6f-6b674da89770" providerId="ADAL" clId="{67410B4E-422E-4D65-9D2A-D4961290D8FE}" dt="2025-09-15T19:45:16.420" v="331" actId="2696"/>
        <pc:sldMkLst>
          <pc:docMk/>
          <pc:sldMk cId="2610635444" sldId="617"/>
        </pc:sldMkLst>
      </pc:sldChg>
      <pc:sldChg chg="del">
        <pc:chgData name="Brian P Krause" userId="23140df0-a9f4-4d9c-8e6f-6b674da89770" providerId="ADAL" clId="{67410B4E-422E-4D65-9D2A-D4961290D8FE}" dt="2025-09-15T19:45:16.420" v="331" actId="2696"/>
        <pc:sldMkLst>
          <pc:docMk/>
          <pc:sldMk cId="3930871566" sldId="618"/>
        </pc:sldMkLst>
      </pc:sldChg>
      <pc:sldChg chg="del">
        <pc:chgData name="Brian P Krause" userId="23140df0-a9f4-4d9c-8e6f-6b674da89770" providerId="ADAL" clId="{67410B4E-422E-4D65-9D2A-D4961290D8FE}" dt="2025-09-15T19:45:16.420" v="331" actId="2696"/>
        <pc:sldMkLst>
          <pc:docMk/>
          <pc:sldMk cId="3651109583" sldId="619"/>
        </pc:sldMkLst>
      </pc:sldChg>
      <pc:sldChg chg="del">
        <pc:chgData name="Brian P Krause" userId="23140df0-a9f4-4d9c-8e6f-6b674da89770" providerId="ADAL" clId="{67410B4E-422E-4D65-9D2A-D4961290D8FE}" dt="2025-09-15T19:45:28.394" v="332" actId="2696"/>
        <pc:sldMkLst>
          <pc:docMk/>
          <pc:sldMk cId="274225762" sldId="622"/>
        </pc:sldMkLst>
      </pc:sldChg>
      <pc:sldChg chg="del">
        <pc:chgData name="Brian P Krause" userId="23140df0-a9f4-4d9c-8e6f-6b674da89770" providerId="ADAL" clId="{67410B4E-422E-4D65-9D2A-D4961290D8FE}" dt="2025-09-15T19:45:28.394" v="332" actId="2696"/>
        <pc:sldMkLst>
          <pc:docMk/>
          <pc:sldMk cId="2204688343" sldId="623"/>
        </pc:sldMkLst>
      </pc:sldChg>
      <pc:sldChg chg="del">
        <pc:chgData name="Brian P Krause" userId="23140df0-a9f4-4d9c-8e6f-6b674da89770" providerId="ADAL" clId="{67410B4E-422E-4D65-9D2A-D4961290D8FE}" dt="2025-09-15T19:45:16.420" v="331" actId="2696"/>
        <pc:sldMkLst>
          <pc:docMk/>
          <pc:sldMk cId="3691071021" sldId="635"/>
        </pc:sldMkLst>
      </pc:sldChg>
      <pc:sldChg chg="del">
        <pc:chgData name="Brian P Krause" userId="23140df0-a9f4-4d9c-8e6f-6b674da89770" providerId="ADAL" clId="{67410B4E-422E-4D65-9D2A-D4961290D8FE}" dt="2025-09-15T19:45:16.420" v="331" actId="2696"/>
        <pc:sldMkLst>
          <pc:docMk/>
          <pc:sldMk cId="3761174170" sldId="636"/>
        </pc:sldMkLst>
      </pc:sldChg>
      <pc:sldChg chg="del">
        <pc:chgData name="Brian P Krause" userId="23140df0-a9f4-4d9c-8e6f-6b674da89770" providerId="ADAL" clId="{67410B4E-422E-4D65-9D2A-D4961290D8FE}" dt="2025-09-15T19:45:16.420" v="331" actId="2696"/>
        <pc:sldMkLst>
          <pc:docMk/>
          <pc:sldMk cId="3463943707" sldId="639"/>
        </pc:sldMkLst>
      </pc:sldChg>
      <pc:sldChg chg="del">
        <pc:chgData name="Brian P Krause" userId="23140df0-a9f4-4d9c-8e6f-6b674da89770" providerId="ADAL" clId="{67410B4E-422E-4D65-9D2A-D4961290D8FE}" dt="2025-09-15T19:45:28.394" v="332" actId="2696"/>
        <pc:sldMkLst>
          <pc:docMk/>
          <pc:sldMk cId="3822752240" sldId="641"/>
        </pc:sldMkLst>
      </pc:sldChg>
      <pc:sldChg chg="del">
        <pc:chgData name="Brian P Krause" userId="23140df0-a9f4-4d9c-8e6f-6b674da89770" providerId="ADAL" clId="{67410B4E-422E-4D65-9D2A-D4961290D8FE}" dt="2025-09-15T19:45:16.420" v="331" actId="2696"/>
        <pc:sldMkLst>
          <pc:docMk/>
          <pc:sldMk cId="762032586" sldId="1011"/>
        </pc:sldMkLst>
      </pc:sldChg>
      <pc:sldChg chg="del">
        <pc:chgData name="Brian P Krause" userId="23140df0-a9f4-4d9c-8e6f-6b674da89770" providerId="ADAL" clId="{67410B4E-422E-4D65-9D2A-D4961290D8FE}" dt="2025-09-15T19:45:16.420" v="331" actId="2696"/>
        <pc:sldMkLst>
          <pc:docMk/>
          <pc:sldMk cId="2688016295" sldId="1014"/>
        </pc:sldMkLst>
      </pc:sldChg>
      <pc:sldChg chg="del">
        <pc:chgData name="Brian P Krause" userId="23140df0-a9f4-4d9c-8e6f-6b674da89770" providerId="ADAL" clId="{67410B4E-422E-4D65-9D2A-D4961290D8FE}" dt="2025-09-15T19:45:16.420" v="331" actId="2696"/>
        <pc:sldMkLst>
          <pc:docMk/>
          <pc:sldMk cId="2446228836" sldId="1016"/>
        </pc:sldMkLst>
      </pc:sldChg>
      <pc:sldChg chg="del">
        <pc:chgData name="Brian P Krause" userId="23140df0-a9f4-4d9c-8e6f-6b674da89770" providerId="ADAL" clId="{67410B4E-422E-4D65-9D2A-D4961290D8FE}" dt="2025-09-15T19:45:16.420" v="331" actId="2696"/>
        <pc:sldMkLst>
          <pc:docMk/>
          <pc:sldMk cId="1903335848" sldId="1018"/>
        </pc:sldMkLst>
      </pc:sldChg>
      <pc:sldChg chg="del">
        <pc:chgData name="Brian P Krause" userId="23140df0-a9f4-4d9c-8e6f-6b674da89770" providerId="ADAL" clId="{67410B4E-422E-4D65-9D2A-D4961290D8FE}" dt="2025-09-15T19:45:16.420" v="331" actId="2696"/>
        <pc:sldMkLst>
          <pc:docMk/>
          <pc:sldMk cId="1486711848" sldId="1019"/>
        </pc:sldMkLst>
      </pc:sldChg>
      <pc:sldChg chg="del">
        <pc:chgData name="Brian P Krause" userId="23140df0-a9f4-4d9c-8e6f-6b674da89770" providerId="ADAL" clId="{67410B4E-422E-4D65-9D2A-D4961290D8FE}" dt="2025-09-15T19:45:16.420" v="331" actId="2696"/>
        <pc:sldMkLst>
          <pc:docMk/>
          <pc:sldMk cId="1791431782" sldId="1020"/>
        </pc:sldMkLst>
      </pc:sldChg>
      <pc:sldChg chg="del">
        <pc:chgData name="Brian P Krause" userId="23140df0-a9f4-4d9c-8e6f-6b674da89770" providerId="ADAL" clId="{67410B4E-422E-4D65-9D2A-D4961290D8FE}" dt="2025-09-15T19:45:16.420" v="331" actId="2696"/>
        <pc:sldMkLst>
          <pc:docMk/>
          <pc:sldMk cId="4191162224" sldId="1021"/>
        </pc:sldMkLst>
      </pc:sldChg>
      <pc:sldChg chg="del">
        <pc:chgData name="Brian P Krause" userId="23140df0-a9f4-4d9c-8e6f-6b674da89770" providerId="ADAL" clId="{67410B4E-422E-4D65-9D2A-D4961290D8FE}" dt="2025-09-15T19:45:28.394" v="332" actId="2696"/>
        <pc:sldMkLst>
          <pc:docMk/>
          <pc:sldMk cId="1761939713" sldId="1022"/>
        </pc:sldMkLst>
      </pc:sldChg>
      <pc:sldChg chg="addSp delSp modSp mod modNotesTx">
        <pc:chgData name="Brian P Krause" userId="23140df0-a9f4-4d9c-8e6f-6b674da89770" providerId="ADAL" clId="{67410B4E-422E-4D65-9D2A-D4961290D8FE}" dt="2025-09-15T19:23:07.174" v="131" actId="20577"/>
        <pc:sldMkLst>
          <pc:docMk/>
          <pc:sldMk cId="3409821531" sldId="1023"/>
        </pc:sldMkLst>
        <pc:spChg chg="add mod">
          <ac:chgData name="Brian P Krause" userId="23140df0-a9f4-4d9c-8e6f-6b674da89770" providerId="ADAL" clId="{67410B4E-422E-4D65-9D2A-D4961290D8FE}" dt="2025-09-15T19:22:34.186" v="126" actId="27636"/>
          <ac:spMkLst>
            <pc:docMk/>
            <pc:sldMk cId="3409821531" sldId="1023"/>
            <ac:spMk id="3" creationId="{BDD2AFCD-8F4E-4B9F-4E66-8E247635065C}"/>
          </ac:spMkLst>
        </pc:spChg>
        <pc:spChg chg="del">
          <ac:chgData name="Brian P Krause" userId="23140df0-a9f4-4d9c-8e6f-6b674da89770" providerId="ADAL" clId="{67410B4E-422E-4D65-9D2A-D4961290D8FE}" dt="2025-09-15T19:20:58.240" v="93" actId="478"/>
          <ac:spMkLst>
            <pc:docMk/>
            <pc:sldMk cId="3409821531" sldId="1023"/>
            <ac:spMk id="4" creationId="{0AA6469B-D12F-4546-8158-97FAE497C7F9}"/>
          </ac:spMkLst>
        </pc:spChg>
        <pc:spChg chg="del">
          <ac:chgData name="Brian P Krause" userId="23140df0-a9f4-4d9c-8e6f-6b674da89770" providerId="ADAL" clId="{67410B4E-422E-4D65-9D2A-D4961290D8FE}" dt="2025-09-15T19:21:10.560" v="99" actId="478"/>
          <ac:spMkLst>
            <pc:docMk/>
            <pc:sldMk cId="3409821531" sldId="1023"/>
            <ac:spMk id="7" creationId="{80475AAB-C12B-4813-8940-6F1D68325628}"/>
          </ac:spMkLst>
        </pc:spChg>
        <pc:spChg chg="del">
          <ac:chgData name="Brian P Krause" userId="23140df0-a9f4-4d9c-8e6f-6b674da89770" providerId="ADAL" clId="{67410B4E-422E-4D65-9D2A-D4961290D8FE}" dt="2025-09-15T19:21:07.720" v="98" actId="478"/>
          <ac:spMkLst>
            <pc:docMk/>
            <pc:sldMk cId="3409821531" sldId="1023"/>
            <ac:spMk id="8" creationId="{6F80A9DF-B4D3-436C-9C1B-16F5674797C8}"/>
          </ac:spMkLst>
        </pc:spChg>
        <pc:spChg chg="del mod">
          <ac:chgData name="Brian P Krause" userId="23140df0-a9f4-4d9c-8e6f-6b674da89770" providerId="ADAL" clId="{67410B4E-422E-4D65-9D2A-D4961290D8FE}" dt="2025-09-15T19:21:16.231" v="101" actId="478"/>
          <ac:spMkLst>
            <pc:docMk/>
            <pc:sldMk cId="3409821531" sldId="1023"/>
            <ac:spMk id="9" creationId="{4414DC11-26F8-4688-8547-21A0E5D37110}"/>
          </ac:spMkLst>
        </pc:spChg>
        <pc:spChg chg="del">
          <ac:chgData name="Brian P Krause" userId="23140df0-a9f4-4d9c-8e6f-6b674da89770" providerId="ADAL" clId="{67410B4E-422E-4D65-9D2A-D4961290D8FE}" dt="2025-09-15T19:21:24.562" v="109" actId="478"/>
          <ac:spMkLst>
            <pc:docMk/>
            <pc:sldMk cId="3409821531" sldId="1023"/>
            <ac:spMk id="10" creationId="{F88A2514-7AB6-4EA1-A208-A23720F9815C}"/>
          </ac:spMkLst>
        </pc:spChg>
        <pc:spChg chg="del">
          <ac:chgData name="Brian P Krause" userId="23140df0-a9f4-4d9c-8e6f-6b674da89770" providerId="ADAL" clId="{67410B4E-422E-4D65-9D2A-D4961290D8FE}" dt="2025-09-15T19:21:27" v="110" actId="478"/>
          <ac:spMkLst>
            <pc:docMk/>
            <pc:sldMk cId="3409821531" sldId="1023"/>
            <ac:spMk id="11" creationId="{481E6836-2805-4759-8B53-0D99FC3AE397}"/>
          </ac:spMkLst>
        </pc:spChg>
        <pc:spChg chg="del mod">
          <ac:chgData name="Brian P Krause" userId="23140df0-a9f4-4d9c-8e6f-6b674da89770" providerId="ADAL" clId="{67410B4E-422E-4D65-9D2A-D4961290D8FE}" dt="2025-09-15T19:21:01.674" v="94" actId="478"/>
          <ac:spMkLst>
            <pc:docMk/>
            <pc:sldMk cId="3409821531" sldId="1023"/>
            <ac:spMk id="13" creationId="{AF9C759D-C288-49B3-9FD9-8085670A9526}"/>
          </ac:spMkLst>
        </pc:spChg>
        <pc:spChg chg="del">
          <ac:chgData name="Brian P Krause" userId="23140df0-a9f4-4d9c-8e6f-6b674da89770" providerId="ADAL" clId="{67410B4E-422E-4D65-9D2A-D4961290D8FE}" dt="2025-09-15T19:21:14.210" v="100" actId="478"/>
          <ac:spMkLst>
            <pc:docMk/>
            <pc:sldMk cId="3409821531" sldId="1023"/>
            <ac:spMk id="16" creationId="{1133C58F-82FC-4DAC-9791-2160205FC84D}"/>
          </ac:spMkLst>
        </pc:spChg>
        <pc:spChg chg="add mod">
          <ac:chgData name="Brian P Krause" userId="23140df0-a9f4-4d9c-8e6f-6b674da89770" providerId="ADAL" clId="{67410B4E-422E-4D65-9D2A-D4961290D8FE}" dt="2025-09-15T19:23:07.174" v="131" actId="20577"/>
          <ac:spMkLst>
            <pc:docMk/>
            <pc:sldMk cId="3409821531" sldId="1023"/>
            <ac:spMk id="28" creationId="{DD3F5715-7509-21D1-AB14-81089C16616A}"/>
          </ac:spMkLst>
        </pc:spChg>
        <pc:picChg chg="del">
          <ac:chgData name="Brian P Krause" userId="23140df0-a9f4-4d9c-8e6f-6b674da89770" providerId="ADAL" clId="{67410B4E-422E-4D65-9D2A-D4961290D8FE}" dt="2025-09-15T19:21:19.051" v="104" actId="478"/>
          <ac:picMkLst>
            <pc:docMk/>
            <pc:sldMk cId="3409821531" sldId="1023"/>
            <ac:picMk id="5" creationId="{C9E44A04-13D7-46EF-96DC-6B83A58A81F6}"/>
          </ac:picMkLst>
        </pc:picChg>
        <pc:picChg chg="del">
          <ac:chgData name="Brian P Krause" userId="23140df0-a9f4-4d9c-8e6f-6b674da89770" providerId="ADAL" clId="{67410B4E-422E-4D65-9D2A-D4961290D8FE}" dt="2025-09-15T19:21:18.270" v="103" actId="478"/>
          <ac:picMkLst>
            <pc:docMk/>
            <pc:sldMk cId="3409821531" sldId="1023"/>
            <ac:picMk id="6" creationId="{65DB9ACD-0DDA-41C3-B40A-6DED634D5D92}"/>
          </ac:picMkLst>
        </pc:picChg>
        <pc:picChg chg="del">
          <ac:chgData name="Brian P Krause" userId="23140df0-a9f4-4d9c-8e6f-6b674da89770" providerId="ADAL" clId="{67410B4E-422E-4D65-9D2A-D4961290D8FE}" dt="2025-09-15T19:21:03.954" v="95" actId="478"/>
          <ac:picMkLst>
            <pc:docMk/>
            <pc:sldMk cId="3409821531" sldId="1023"/>
            <ac:picMk id="12" creationId="{A7B22F45-BAC3-4973-B54A-A9279C428E41}"/>
          </ac:picMkLst>
        </pc:picChg>
        <pc:picChg chg="del">
          <ac:chgData name="Brian P Krause" userId="23140df0-a9f4-4d9c-8e6f-6b674da89770" providerId="ADAL" clId="{67410B4E-422E-4D65-9D2A-D4961290D8FE}" dt="2025-09-15T19:21:34.689" v="116" actId="478"/>
          <ac:picMkLst>
            <pc:docMk/>
            <pc:sldMk cId="3409821531" sldId="1023"/>
            <ac:picMk id="14" creationId="{F7A5E745-6164-433F-B5CB-E34B3F358A41}"/>
          </ac:picMkLst>
        </pc:picChg>
        <pc:picChg chg="del">
          <ac:chgData name="Brian P Krause" userId="23140df0-a9f4-4d9c-8e6f-6b674da89770" providerId="ADAL" clId="{67410B4E-422E-4D65-9D2A-D4961290D8FE}" dt="2025-09-15T19:21:17.233" v="102" actId="478"/>
          <ac:picMkLst>
            <pc:docMk/>
            <pc:sldMk cId="3409821531" sldId="1023"/>
            <ac:picMk id="15" creationId="{8AF13E02-127E-4978-8C49-60DD466D647B}"/>
          </ac:picMkLst>
        </pc:picChg>
        <pc:picChg chg="del">
          <ac:chgData name="Brian P Krause" userId="23140df0-a9f4-4d9c-8e6f-6b674da89770" providerId="ADAL" clId="{67410B4E-422E-4D65-9D2A-D4961290D8FE}" dt="2025-09-15T19:21:22.893" v="108" actId="478"/>
          <ac:picMkLst>
            <pc:docMk/>
            <pc:sldMk cId="3409821531" sldId="1023"/>
            <ac:picMk id="21" creationId="{7B0CA8D7-C343-41F7-BA32-5D118FF09323}"/>
          </ac:picMkLst>
        </pc:picChg>
        <pc:picChg chg="del">
          <ac:chgData name="Brian P Krause" userId="23140df0-a9f4-4d9c-8e6f-6b674da89770" providerId="ADAL" clId="{67410B4E-422E-4D65-9D2A-D4961290D8FE}" dt="2025-09-15T19:21:04.917" v="96" actId="478"/>
          <ac:picMkLst>
            <pc:docMk/>
            <pc:sldMk cId="3409821531" sldId="1023"/>
            <ac:picMk id="25" creationId="{141BF50D-BAC8-42CD-AD55-3C2AC7A1CAFB}"/>
          </ac:picMkLst>
        </pc:picChg>
        <pc:picChg chg="del">
          <ac:chgData name="Brian P Krause" userId="23140df0-a9f4-4d9c-8e6f-6b674da89770" providerId="ADAL" clId="{67410B4E-422E-4D65-9D2A-D4961290D8FE}" dt="2025-09-15T19:21:29.750" v="111" actId="478"/>
          <ac:picMkLst>
            <pc:docMk/>
            <pc:sldMk cId="3409821531" sldId="1023"/>
            <ac:picMk id="26" creationId="{880C2FF1-C688-4ED8-BC55-F542173C1FB6}"/>
          </ac:picMkLst>
        </pc:picChg>
        <pc:cxnChg chg="del mod">
          <ac:chgData name="Brian P Krause" userId="23140df0-a9f4-4d9c-8e6f-6b674da89770" providerId="ADAL" clId="{67410B4E-422E-4D65-9D2A-D4961290D8FE}" dt="2025-09-15T19:21:33.864" v="115" actId="478"/>
          <ac:cxnSpMkLst>
            <pc:docMk/>
            <pc:sldMk cId="3409821531" sldId="1023"/>
            <ac:cxnSpMk id="17" creationId="{2F192763-E58A-4CD6-A23D-60CF95577899}"/>
          </ac:cxnSpMkLst>
        </pc:cxnChg>
        <pc:cxnChg chg="del mod">
          <ac:chgData name="Brian P Krause" userId="23140df0-a9f4-4d9c-8e6f-6b674da89770" providerId="ADAL" clId="{67410B4E-422E-4D65-9D2A-D4961290D8FE}" dt="2025-09-15T19:21:32.004" v="113" actId="478"/>
          <ac:cxnSpMkLst>
            <pc:docMk/>
            <pc:sldMk cId="3409821531" sldId="1023"/>
            <ac:cxnSpMk id="18" creationId="{1ACED1C0-A52D-484B-BB4E-69EB08C2B97E}"/>
          </ac:cxnSpMkLst>
        </pc:cxnChg>
        <pc:cxnChg chg="del mod">
          <ac:chgData name="Brian P Krause" userId="23140df0-a9f4-4d9c-8e6f-6b674da89770" providerId="ADAL" clId="{67410B4E-422E-4D65-9D2A-D4961290D8FE}" dt="2025-09-15T19:21:32.784" v="114" actId="478"/>
          <ac:cxnSpMkLst>
            <pc:docMk/>
            <pc:sldMk cId="3409821531" sldId="1023"/>
            <ac:cxnSpMk id="19" creationId="{C338158B-5221-479E-AA4F-F395BFE4CBFA}"/>
          </ac:cxnSpMkLst>
        </pc:cxnChg>
        <pc:cxnChg chg="del mod">
          <ac:chgData name="Brian P Krause" userId="23140df0-a9f4-4d9c-8e6f-6b674da89770" providerId="ADAL" clId="{67410B4E-422E-4D65-9D2A-D4961290D8FE}" dt="2025-09-15T19:21:30.932" v="112" actId="478"/>
          <ac:cxnSpMkLst>
            <pc:docMk/>
            <pc:sldMk cId="3409821531" sldId="1023"/>
            <ac:cxnSpMk id="20" creationId="{14312A6C-0B48-4588-BFB8-2332EDD5875D}"/>
          </ac:cxnSpMkLst>
        </pc:cxnChg>
        <pc:cxnChg chg="del">
          <ac:chgData name="Brian P Krause" userId="23140df0-a9f4-4d9c-8e6f-6b674da89770" providerId="ADAL" clId="{67410B4E-422E-4D65-9D2A-D4961290D8FE}" dt="2025-09-15T19:21:21.720" v="107" actId="478"/>
          <ac:cxnSpMkLst>
            <pc:docMk/>
            <pc:sldMk cId="3409821531" sldId="1023"/>
            <ac:cxnSpMk id="22" creationId="{D7952412-7CF4-4463-84BB-33D140FEBFE3}"/>
          </ac:cxnSpMkLst>
        </pc:cxnChg>
        <pc:cxnChg chg="del">
          <ac:chgData name="Brian P Krause" userId="23140df0-a9f4-4d9c-8e6f-6b674da89770" providerId="ADAL" clId="{67410B4E-422E-4D65-9D2A-D4961290D8FE}" dt="2025-09-15T19:21:19.895" v="105" actId="478"/>
          <ac:cxnSpMkLst>
            <pc:docMk/>
            <pc:sldMk cId="3409821531" sldId="1023"/>
            <ac:cxnSpMk id="23" creationId="{D2CFE509-400C-4366-8751-4B7C616FD24D}"/>
          </ac:cxnSpMkLst>
        </pc:cxnChg>
        <pc:cxnChg chg="del">
          <ac:chgData name="Brian P Krause" userId="23140df0-a9f4-4d9c-8e6f-6b674da89770" providerId="ADAL" clId="{67410B4E-422E-4D65-9D2A-D4961290D8FE}" dt="2025-09-15T19:21:20.702" v="106" actId="478"/>
          <ac:cxnSpMkLst>
            <pc:docMk/>
            <pc:sldMk cId="3409821531" sldId="1023"/>
            <ac:cxnSpMk id="24" creationId="{1B390556-A8FD-4336-9A7B-54B47A019A6A}"/>
          </ac:cxnSpMkLst>
        </pc:cxnChg>
      </pc:sldChg>
      <pc:sldChg chg="del">
        <pc:chgData name="Brian P Krause" userId="23140df0-a9f4-4d9c-8e6f-6b674da89770" providerId="ADAL" clId="{67410B4E-422E-4D65-9D2A-D4961290D8FE}" dt="2025-09-15T19:45:16.420" v="331" actId="2696"/>
        <pc:sldMkLst>
          <pc:docMk/>
          <pc:sldMk cId="60857555" sldId="1024"/>
        </pc:sldMkLst>
      </pc:sldChg>
      <pc:sldChg chg="del">
        <pc:chgData name="Brian P Krause" userId="23140df0-a9f4-4d9c-8e6f-6b674da89770" providerId="ADAL" clId="{67410B4E-422E-4D65-9D2A-D4961290D8FE}" dt="2025-09-15T19:45:16.420" v="331" actId="2696"/>
        <pc:sldMkLst>
          <pc:docMk/>
          <pc:sldMk cId="2857532450" sldId="1025"/>
        </pc:sldMkLst>
      </pc:sldChg>
      <pc:sldChg chg="del">
        <pc:chgData name="Brian P Krause" userId="23140df0-a9f4-4d9c-8e6f-6b674da89770" providerId="ADAL" clId="{67410B4E-422E-4D65-9D2A-D4961290D8FE}" dt="2025-09-15T19:45:16.420" v="331" actId="2696"/>
        <pc:sldMkLst>
          <pc:docMk/>
          <pc:sldMk cId="1140888725" sldId="1026"/>
        </pc:sldMkLst>
      </pc:sldChg>
      <pc:sldChg chg="del">
        <pc:chgData name="Brian P Krause" userId="23140df0-a9f4-4d9c-8e6f-6b674da89770" providerId="ADAL" clId="{67410B4E-422E-4D65-9D2A-D4961290D8FE}" dt="2025-09-15T19:45:16.420" v="331" actId="2696"/>
        <pc:sldMkLst>
          <pc:docMk/>
          <pc:sldMk cId="343829007" sldId="1027"/>
        </pc:sldMkLst>
      </pc:sldChg>
      <pc:sldChg chg="del">
        <pc:chgData name="Brian P Krause" userId="23140df0-a9f4-4d9c-8e6f-6b674da89770" providerId="ADAL" clId="{67410B4E-422E-4D65-9D2A-D4961290D8FE}" dt="2025-09-15T19:45:16.420" v="331" actId="2696"/>
        <pc:sldMkLst>
          <pc:docMk/>
          <pc:sldMk cId="3517999038" sldId="1028"/>
        </pc:sldMkLst>
      </pc:sldChg>
      <pc:sldChg chg="del">
        <pc:chgData name="Brian P Krause" userId="23140df0-a9f4-4d9c-8e6f-6b674da89770" providerId="ADAL" clId="{67410B4E-422E-4D65-9D2A-D4961290D8FE}" dt="2025-09-15T19:45:16.420" v="331" actId="2696"/>
        <pc:sldMkLst>
          <pc:docMk/>
          <pc:sldMk cId="2911668633" sldId="1029"/>
        </pc:sldMkLst>
      </pc:sldChg>
      <pc:sldChg chg="del">
        <pc:chgData name="Brian P Krause" userId="23140df0-a9f4-4d9c-8e6f-6b674da89770" providerId="ADAL" clId="{67410B4E-422E-4D65-9D2A-D4961290D8FE}" dt="2025-09-15T19:45:16.420" v="331" actId="2696"/>
        <pc:sldMkLst>
          <pc:docMk/>
          <pc:sldMk cId="1732971646" sldId="1030"/>
        </pc:sldMkLst>
      </pc:sldChg>
      <pc:sldChg chg="del">
        <pc:chgData name="Brian P Krause" userId="23140df0-a9f4-4d9c-8e6f-6b674da89770" providerId="ADAL" clId="{67410B4E-422E-4D65-9D2A-D4961290D8FE}" dt="2025-09-15T19:45:16.420" v="331" actId="2696"/>
        <pc:sldMkLst>
          <pc:docMk/>
          <pc:sldMk cId="2628343478" sldId="1031"/>
        </pc:sldMkLst>
      </pc:sldChg>
      <pc:sldChg chg="del">
        <pc:chgData name="Brian P Krause" userId="23140df0-a9f4-4d9c-8e6f-6b674da89770" providerId="ADAL" clId="{67410B4E-422E-4D65-9D2A-D4961290D8FE}" dt="2025-09-15T19:45:16.420" v="331" actId="2696"/>
        <pc:sldMkLst>
          <pc:docMk/>
          <pc:sldMk cId="667231273" sldId="1032"/>
        </pc:sldMkLst>
      </pc:sldChg>
      <pc:sldChg chg="del">
        <pc:chgData name="Brian P Krause" userId="23140df0-a9f4-4d9c-8e6f-6b674da89770" providerId="ADAL" clId="{67410B4E-422E-4D65-9D2A-D4961290D8FE}" dt="2025-09-15T19:45:16.420" v="331" actId="2696"/>
        <pc:sldMkLst>
          <pc:docMk/>
          <pc:sldMk cId="869213184" sldId="1033"/>
        </pc:sldMkLst>
      </pc:sldChg>
      <pc:sldChg chg="del">
        <pc:chgData name="Brian P Krause" userId="23140df0-a9f4-4d9c-8e6f-6b674da89770" providerId="ADAL" clId="{67410B4E-422E-4D65-9D2A-D4961290D8FE}" dt="2025-09-15T19:45:16.420" v="331" actId="2696"/>
        <pc:sldMkLst>
          <pc:docMk/>
          <pc:sldMk cId="89536156" sldId="1034"/>
        </pc:sldMkLst>
      </pc:sldChg>
      <pc:sldChg chg="del">
        <pc:chgData name="Brian P Krause" userId="23140df0-a9f4-4d9c-8e6f-6b674da89770" providerId="ADAL" clId="{67410B4E-422E-4D65-9D2A-D4961290D8FE}" dt="2025-09-15T19:45:16.420" v="331" actId="2696"/>
        <pc:sldMkLst>
          <pc:docMk/>
          <pc:sldMk cId="3643293477" sldId="1035"/>
        </pc:sldMkLst>
      </pc:sldChg>
      <pc:sldChg chg="del">
        <pc:chgData name="Brian P Krause" userId="23140df0-a9f4-4d9c-8e6f-6b674da89770" providerId="ADAL" clId="{67410B4E-422E-4D65-9D2A-D4961290D8FE}" dt="2025-09-15T19:45:28.394" v="332" actId="2696"/>
        <pc:sldMkLst>
          <pc:docMk/>
          <pc:sldMk cId="2498729253" sldId="1036"/>
        </pc:sldMkLst>
      </pc:sldChg>
      <pc:sldChg chg="modSp mod">
        <pc:chgData name="Brian P Krause" userId="23140df0-a9f4-4d9c-8e6f-6b674da89770" providerId="ADAL" clId="{67410B4E-422E-4D65-9D2A-D4961290D8FE}" dt="2025-09-15T19:11:37.905" v="60" actId="20577"/>
        <pc:sldMkLst>
          <pc:docMk/>
          <pc:sldMk cId="2102256400" sldId="1037"/>
        </pc:sldMkLst>
        <pc:spChg chg="mod">
          <ac:chgData name="Brian P Krause" userId="23140df0-a9f4-4d9c-8e6f-6b674da89770" providerId="ADAL" clId="{67410B4E-422E-4D65-9D2A-D4961290D8FE}" dt="2025-09-15T19:11:37.905" v="60" actId="20577"/>
          <ac:spMkLst>
            <pc:docMk/>
            <pc:sldMk cId="2102256400" sldId="1037"/>
            <ac:spMk id="3" creationId="{46C84E81-DED3-4568-88B4-3AA322CD69B6}"/>
          </ac:spMkLst>
        </pc:spChg>
      </pc:sldChg>
      <pc:sldChg chg="del">
        <pc:chgData name="Brian P Krause" userId="23140df0-a9f4-4d9c-8e6f-6b674da89770" providerId="ADAL" clId="{67410B4E-422E-4D65-9D2A-D4961290D8FE}" dt="2025-09-15T19:45:16.420" v="331" actId="2696"/>
        <pc:sldMkLst>
          <pc:docMk/>
          <pc:sldMk cId="1050421538" sldId="1038"/>
        </pc:sldMkLst>
      </pc:sldChg>
      <pc:sldChg chg="modSp mod ord modNotesTx">
        <pc:chgData name="Brian P Krause" userId="23140df0-a9f4-4d9c-8e6f-6b674da89770" providerId="ADAL" clId="{67410B4E-422E-4D65-9D2A-D4961290D8FE}" dt="2025-09-16T00:07:24.650" v="1582" actId="20577"/>
        <pc:sldMkLst>
          <pc:docMk/>
          <pc:sldMk cId="4030922622" sldId="1039"/>
        </pc:sldMkLst>
        <pc:spChg chg="mod">
          <ac:chgData name="Brian P Krause" userId="23140df0-a9f4-4d9c-8e6f-6b674da89770" providerId="ADAL" clId="{67410B4E-422E-4D65-9D2A-D4961290D8FE}" dt="2025-09-16T00:07:24.650" v="1582" actId="20577"/>
          <ac:spMkLst>
            <pc:docMk/>
            <pc:sldMk cId="4030922622" sldId="1039"/>
            <ac:spMk id="3" creationId="{666BA9DA-E3CB-405A-A5D2-C828B5477EA7}"/>
          </ac:spMkLst>
        </pc:spChg>
      </pc:sldChg>
      <pc:sldChg chg="del">
        <pc:chgData name="Brian P Krause" userId="23140df0-a9f4-4d9c-8e6f-6b674da89770" providerId="ADAL" clId="{67410B4E-422E-4D65-9D2A-D4961290D8FE}" dt="2025-09-15T19:45:16.420" v="331" actId="2696"/>
        <pc:sldMkLst>
          <pc:docMk/>
          <pc:sldMk cId="2882147604" sldId="1040"/>
        </pc:sldMkLst>
      </pc:sldChg>
      <pc:sldChg chg="del">
        <pc:chgData name="Brian P Krause" userId="23140df0-a9f4-4d9c-8e6f-6b674da89770" providerId="ADAL" clId="{67410B4E-422E-4D65-9D2A-D4961290D8FE}" dt="2025-09-15T19:45:28.394" v="332" actId="2696"/>
        <pc:sldMkLst>
          <pc:docMk/>
          <pc:sldMk cId="1578279989" sldId="1041"/>
        </pc:sldMkLst>
      </pc:sldChg>
      <pc:sldChg chg="addSp delSp modSp add mod ord">
        <pc:chgData name="Brian P Krause" userId="23140df0-a9f4-4d9c-8e6f-6b674da89770" providerId="ADAL" clId="{67410B4E-422E-4D65-9D2A-D4961290D8FE}" dt="2025-09-15T19:24:48.073" v="139" actId="1076"/>
        <pc:sldMkLst>
          <pc:docMk/>
          <pc:sldMk cId="326455081" sldId="1042"/>
        </pc:sldMkLst>
        <pc:spChg chg="del">
          <ac:chgData name="Brian P Krause" userId="23140df0-a9f4-4d9c-8e6f-6b674da89770" providerId="ADAL" clId="{67410B4E-422E-4D65-9D2A-D4961290D8FE}" dt="2025-09-15T19:24:33.713" v="135" actId="478"/>
          <ac:spMkLst>
            <pc:docMk/>
            <pc:sldMk cId="326455081" sldId="1042"/>
            <ac:spMk id="3" creationId="{72472961-28A6-5DCD-F65B-C57E69679473}"/>
          </ac:spMkLst>
        </pc:spChg>
        <pc:picChg chg="add mod">
          <ac:chgData name="Brian P Krause" userId="23140df0-a9f4-4d9c-8e6f-6b674da89770" providerId="ADAL" clId="{67410B4E-422E-4D65-9D2A-D4961290D8FE}" dt="2025-09-15T19:24:48.073" v="139" actId="1076"/>
          <ac:picMkLst>
            <pc:docMk/>
            <pc:sldMk cId="326455081" sldId="1042"/>
            <ac:picMk id="4" creationId="{FCAC0700-2465-B3B8-5AA8-523EE0B9D05C}"/>
          </ac:picMkLst>
        </pc:picChg>
      </pc:sldChg>
      <pc:sldChg chg="addSp delSp modSp add mod">
        <pc:chgData name="Brian P Krause" userId="23140df0-a9f4-4d9c-8e6f-6b674da89770" providerId="ADAL" clId="{67410B4E-422E-4D65-9D2A-D4961290D8FE}" dt="2025-09-15T19:27:32.880" v="151" actId="1076"/>
        <pc:sldMkLst>
          <pc:docMk/>
          <pc:sldMk cId="737733217" sldId="1043"/>
        </pc:sldMkLst>
        <pc:spChg chg="del">
          <ac:chgData name="Brian P Krause" userId="23140df0-a9f4-4d9c-8e6f-6b674da89770" providerId="ADAL" clId="{67410B4E-422E-4D65-9D2A-D4961290D8FE}" dt="2025-09-15T19:26:27.995" v="143" actId="478"/>
          <ac:spMkLst>
            <pc:docMk/>
            <pc:sldMk cId="737733217" sldId="1043"/>
            <ac:spMk id="3" creationId="{F5248863-920D-FEAB-B53D-B30C89399DA5}"/>
          </ac:spMkLst>
        </pc:spChg>
        <pc:picChg chg="add mod">
          <ac:chgData name="Brian P Krause" userId="23140df0-a9f4-4d9c-8e6f-6b674da89770" providerId="ADAL" clId="{67410B4E-422E-4D65-9D2A-D4961290D8FE}" dt="2025-09-15T19:26:35.982" v="146" actId="1076"/>
          <ac:picMkLst>
            <pc:docMk/>
            <pc:sldMk cId="737733217" sldId="1043"/>
            <ac:picMk id="4" creationId="{B8A1D706-5691-B06E-E05D-3FF3F692D71E}"/>
          </ac:picMkLst>
        </pc:picChg>
        <pc:picChg chg="add mod">
          <ac:chgData name="Brian P Krause" userId="23140df0-a9f4-4d9c-8e6f-6b674da89770" providerId="ADAL" clId="{67410B4E-422E-4D65-9D2A-D4961290D8FE}" dt="2025-09-15T19:27:32.880" v="151" actId="1076"/>
          <ac:picMkLst>
            <pc:docMk/>
            <pc:sldMk cId="737733217" sldId="1043"/>
            <ac:picMk id="6" creationId="{A1A0C5F8-70F8-D4D7-22D2-6EAA76A99218}"/>
          </ac:picMkLst>
        </pc:picChg>
      </pc:sldChg>
      <pc:sldChg chg="addSp modSp add mod">
        <pc:chgData name="Brian P Krause" userId="23140df0-a9f4-4d9c-8e6f-6b674da89770" providerId="ADAL" clId="{67410B4E-422E-4D65-9D2A-D4961290D8FE}" dt="2025-09-15T19:30:36.988" v="161" actId="255"/>
        <pc:sldMkLst>
          <pc:docMk/>
          <pc:sldMk cId="55506686" sldId="1044"/>
        </pc:sldMkLst>
        <pc:spChg chg="mod">
          <ac:chgData name="Brian P Krause" userId="23140df0-a9f4-4d9c-8e6f-6b674da89770" providerId="ADAL" clId="{67410B4E-422E-4D65-9D2A-D4961290D8FE}" dt="2025-09-15T19:30:05.902" v="156" actId="27636"/>
          <ac:spMkLst>
            <pc:docMk/>
            <pc:sldMk cId="55506686" sldId="1044"/>
            <ac:spMk id="3" creationId="{BAFAE2C3-15F3-BD52-7106-BDD4F857CD35}"/>
          </ac:spMkLst>
        </pc:spChg>
        <pc:spChg chg="add mod">
          <ac:chgData name="Brian P Krause" userId="23140df0-a9f4-4d9c-8e6f-6b674da89770" providerId="ADAL" clId="{67410B4E-422E-4D65-9D2A-D4961290D8FE}" dt="2025-09-15T19:30:36.988" v="161" actId="255"/>
          <ac:spMkLst>
            <pc:docMk/>
            <pc:sldMk cId="55506686" sldId="1044"/>
            <ac:spMk id="4" creationId="{1AAE7D05-3F76-78B5-2416-19ADE7161C27}"/>
          </ac:spMkLst>
        </pc:spChg>
      </pc:sldChg>
      <pc:sldChg chg="addSp delSp modSp add mod">
        <pc:chgData name="Brian P Krause" userId="23140df0-a9f4-4d9c-8e6f-6b674da89770" providerId="ADAL" clId="{67410B4E-422E-4D65-9D2A-D4961290D8FE}" dt="2025-09-15T19:31:33.509" v="167" actId="1076"/>
        <pc:sldMkLst>
          <pc:docMk/>
          <pc:sldMk cId="802604333" sldId="1045"/>
        </pc:sldMkLst>
        <pc:spChg chg="del">
          <ac:chgData name="Brian P Krause" userId="23140df0-a9f4-4d9c-8e6f-6b674da89770" providerId="ADAL" clId="{67410B4E-422E-4D65-9D2A-D4961290D8FE}" dt="2025-09-15T19:31:23.226" v="163" actId="478"/>
          <ac:spMkLst>
            <pc:docMk/>
            <pc:sldMk cId="802604333" sldId="1045"/>
            <ac:spMk id="3" creationId="{C208D555-53AC-8681-CE8D-B154D1F91729}"/>
          </ac:spMkLst>
        </pc:spChg>
        <pc:picChg chg="add mod">
          <ac:chgData name="Brian P Krause" userId="23140df0-a9f4-4d9c-8e6f-6b674da89770" providerId="ADAL" clId="{67410B4E-422E-4D65-9D2A-D4961290D8FE}" dt="2025-09-15T19:31:33.509" v="167" actId="1076"/>
          <ac:picMkLst>
            <pc:docMk/>
            <pc:sldMk cId="802604333" sldId="1045"/>
            <ac:picMk id="4" creationId="{D9D4C591-7003-91E2-FDE6-3FB2849D6E09}"/>
          </ac:picMkLst>
        </pc:picChg>
      </pc:sldChg>
      <pc:sldChg chg="addSp modSp add mod">
        <pc:chgData name="Brian P Krause" userId="23140df0-a9f4-4d9c-8e6f-6b674da89770" providerId="ADAL" clId="{67410B4E-422E-4D65-9D2A-D4961290D8FE}" dt="2025-09-15T19:37:14.396" v="207" actId="14100"/>
        <pc:sldMkLst>
          <pc:docMk/>
          <pc:sldMk cId="3409902128" sldId="1046"/>
        </pc:sldMkLst>
        <pc:spChg chg="mod">
          <ac:chgData name="Brian P Krause" userId="23140df0-a9f4-4d9c-8e6f-6b674da89770" providerId="ADAL" clId="{67410B4E-422E-4D65-9D2A-D4961290D8FE}" dt="2025-09-15T19:37:14.396" v="207" actId="14100"/>
          <ac:spMkLst>
            <pc:docMk/>
            <pc:sldMk cId="3409902128" sldId="1046"/>
            <ac:spMk id="3" creationId="{55E4A4F9-AF0D-E41A-8833-5A4648ACC126}"/>
          </ac:spMkLst>
        </pc:spChg>
        <pc:picChg chg="add mod">
          <ac:chgData name="Brian P Krause" userId="23140df0-a9f4-4d9c-8e6f-6b674da89770" providerId="ADAL" clId="{67410B4E-422E-4D65-9D2A-D4961290D8FE}" dt="2025-09-15T19:36:19.551" v="203" actId="1076"/>
          <ac:picMkLst>
            <pc:docMk/>
            <pc:sldMk cId="3409902128" sldId="1046"/>
            <ac:picMk id="4" creationId="{0B705684-5694-ECA2-07CE-ADF395FEBB88}"/>
          </ac:picMkLst>
        </pc:picChg>
      </pc:sldChg>
      <pc:sldChg chg="addSp modSp add mod">
        <pc:chgData name="Brian P Krause" userId="23140df0-a9f4-4d9c-8e6f-6b674da89770" providerId="ADAL" clId="{67410B4E-422E-4D65-9D2A-D4961290D8FE}" dt="2025-09-15T19:39:13.194" v="261" actId="1076"/>
        <pc:sldMkLst>
          <pc:docMk/>
          <pc:sldMk cId="688121464" sldId="1047"/>
        </pc:sldMkLst>
        <pc:spChg chg="mod">
          <ac:chgData name="Brian P Krause" userId="23140df0-a9f4-4d9c-8e6f-6b674da89770" providerId="ADAL" clId="{67410B4E-422E-4D65-9D2A-D4961290D8FE}" dt="2025-09-15T19:39:00.579" v="256" actId="113"/>
          <ac:spMkLst>
            <pc:docMk/>
            <pc:sldMk cId="688121464" sldId="1047"/>
            <ac:spMk id="3" creationId="{3F129BA6-06D0-4A12-1715-75856983CDD3}"/>
          </ac:spMkLst>
        </pc:spChg>
        <pc:picChg chg="add mod">
          <ac:chgData name="Brian P Krause" userId="23140df0-a9f4-4d9c-8e6f-6b674da89770" providerId="ADAL" clId="{67410B4E-422E-4D65-9D2A-D4961290D8FE}" dt="2025-09-15T19:39:13.194" v="261" actId="1076"/>
          <ac:picMkLst>
            <pc:docMk/>
            <pc:sldMk cId="688121464" sldId="1047"/>
            <ac:picMk id="4" creationId="{2170F720-7E5C-B54C-B296-BA35D24DF3C2}"/>
          </ac:picMkLst>
        </pc:picChg>
      </pc:sldChg>
      <pc:sldChg chg="addSp modSp add mod">
        <pc:chgData name="Brian P Krause" userId="23140df0-a9f4-4d9c-8e6f-6b674da89770" providerId="ADAL" clId="{67410B4E-422E-4D65-9D2A-D4961290D8FE}" dt="2025-09-15T19:43:18.290" v="324" actId="1076"/>
        <pc:sldMkLst>
          <pc:docMk/>
          <pc:sldMk cId="2259620302" sldId="1048"/>
        </pc:sldMkLst>
        <pc:spChg chg="mod">
          <ac:chgData name="Brian P Krause" userId="23140df0-a9f4-4d9c-8e6f-6b674da89770" providerId="ADAL" clId="{67410B4E-422E-4D65-9D2A-D4961290D8FE}" dt="2025-09-15T19:43:07.153" v="320" actId="14100"/>
          <ac:spMkLst>
            <pc:docMk/>
            <pc:sldMk cId="2259620302" sldId="1048"/>
            <ac:spMk id="3" creationId="{915D7CB4-CD5A-5CBD-EED1-C8F88B6E3FA1}"/>
          </ac:spMkLst>
        </pc:spChg>
        <pc:picChg chg="add mod">
          <ac:chgData name="Brian P Krause" userId="23140df0-a9f4-4d9c-8e6f-6b674da89770" providerId="ADAL" clId="{67410B4E-422E-4D65-9D2A-D4961290D8FE}" dt="2025-09-15T19:43:18.290" v="324" actId="1076"/>
          <ac:picMkLst>
            <pc:docMk/>
            <pc:sldMk cId="2259620302" sldId="1048"/>
            <ac:picMk id="4" creationId="{09CA8503-E838-F6F1-40F1-2159CF2E95C6}"/>
          </ac:picMkLst>
        </pc:picChg>
      </pc:sldChg>
      <pc:sldChg chg="addSp delSp modSp add mod">
        <pc:chgData name="Brian P Krause" userId="23140df0-a9f4-4d9c-8e6f-6b674da89770" providerId="ADAL" clId="{67410B4E-422E-4D65-9D2A-D4961290D8FE}" dt="2025-09-15T19:44:30.693" v="329" actId="14100"/>
        <pc:sldMkLst>
          <pc:docMk/>
          <pc:sldMk cId="2922472790" sldId="1049"/>
        </pc:sldMkLst>
        <pc:spChg chg="del">
          <ac:chgData name="Brian P Krause" userId="23140df0-a9f4-4d9c-8e6f-6b674da89770" providerId="ADAL" clId="{67410B4E-422E-4D65-9D2A-D4961290D8FE}" dt="2025-09-15T19:44:22.859" v="326" actId="478"/>
          <ac:spMkLst>
            <pc:docMk/>
            <pc:sldMk cId="2922472790" sldId="1049"/>
            <ac:spMk id="3" creationId="{39F17687-A908-6D35-9B98-785432EED832}"/>
          </ac:spMkLst>
        </pc:spChg>
        <pc:picChg chg="add mod">
          <ac:chgData name="Brian P Krause" userId="23140df0-a9f4-4d9c-8e6f-6b674da89770" providerId="ADAL" clId="{67410B4E-422E-4D65-9D2A-D4961290D8FE}" dt="2025-09-15T19:44:30.693" v="329" actId="14100"/>
          <ac:picMkLst>
            <pc:docMk/>
            <pc:sldMk cId="2922472790" sldId="1049"/>
            <ac:picMk id="4" creationId="{1C72FD55-78F1-8876-FEB4-7AC464D3FA1A}"/>
          </ac:picMkLst>
        </pc:picChg>
      </pc:sldChg>
      <pc:sldChg chg="addSp modSp add mod">
        <pc:chgData name="Brian P Krause" userId="23140df0-a9f4-4d9c-8e6f-6b674da89770" providerId="ADAL" clId="{67410B4E-422E-4D65-9D2A-D4961290D8FE}" dt="2025-09-15T20:46:15.142" v="355" actId="5793"/>
        <pc:sldMkLst>
          <pc:docMk/>
          <pc:sldMk cId="1024089101" sldId="1050"/>
        </pc:sldMkLst>
        <pc:spChg chg="mod">
          <ac:chgData name="Brian P Krause" userId="23140df0-a9f4-4d9c-8e6f-6b674da89770" providerId="ADAL" clId="{67410B4E-422E-4D65-9D2A-D4961290D8FE}" dt="2025-09-15T20:45:44.851" v="341" actId="14100"/>
          <ac:spMkLst>
            <pc:docMk/>
            <pc:sldMk cId="1024089101" sldId="1050"/>
            <ac:spMk id="3" creationId="{CAFC13AD-B760-BAC5-4D0B-67DA691D6FD2}"/>
          </ac:spMkLst>
        </pc:spChg>
        <pc:spChg chg="add mod">
          <ac:chgData name="Brian P Krause" userId="23140df0-a9f4-4d9c-8e6f-6b674da89770" providerId="ADAL" clId="{67410B4E-422E-4D65-9D2A-D4961290D8FE}" dt="2025-09-15T20:46:15.142" v="355" actId="5793"/>
          <ac:spMkLst>
            <pc:docMk/>
            <pc:sldMk cId="1024089101" sldId="1050"/>
            <ac:spMk id="4" creationId="{54CE5304-A875-FD89-C196-FDB39E438336}"/>
          </ac:spMkLst>
        </pc:spChg>
      </pc:sldChg>
      <pc:sldChg chg="addSp modSp add mod">
        <pc:chgData name="Brian P Krause" userId="23140df0-a9f4-4d9c-8e6f-6b674da89770" providerId="ADAL" clId="{67410B4E-422E-4D65-9D2A-D4961290D8FE}" dt="2025-09-15T20:47:46.839" v="383" actId="1076"/>
        <pc:sldMkLst>
          <pc:docMk/>
          <pc:sldMk cId="886496840" sldId="1051"/>
        </pc:sldMkLst>
        <pc:spChg chg="mod">
          <ac:chgData name="Brian P Krause" userId="23140df0-a9f4-4d9c-8e6f-6b674da89770" providerId="ADAL" clId="{67410B4E-422E-4D65-9D2A-D4961290D8FE}" dt="2025-09-15T20:47:33.311" v="379" actId="14100"/>
          <ac:spMkLst>
            <pc:docMk/>
            <pc:sldMk cId="886496840" sldId="1051"/>
            <ac:spMk id="3" creationId="{5A0CEF86-7C39-E8E0-D29C-EA442426B4AB}"/>
          </ac:spMkLst>
        </pc:spChg>
        <pc:picChg chg="add mod">
          <ac:chgData name="Brian P Krause" userId="23140df0-a9f4-4d9c-8e6f-6b674da89770" providerId="ADAL" clId="{67410B4E-422E-4D65-9D2A-D4961290D8FE}" dt="2025-09-15T20:47:46.839" v="383" actId="1076"/>
          <ac:picMkLst>
            <pc:docMk/>
            <pc:sldMk cId="886496840" sldId="1051"/>
            <ac:picMk id="4" creationId="{BCD68B9C-6C35-E339-AC05-DE84F92FF767}"/>
          </ac:picMkLst>
        </pc:picChg>
      </pc:sldChg>
      <pc:sldChg chg="addSp modSp add mod ord">
        <pc:chgData name="Brian P Krause" userId="23140df0-a9f4-4d9c-8e6f-6b674da89770" providerId="ADAL" clId="{67410B4E-422E-4D65-9D2A-D4961290D8FE}" dt="2025-09-15T21:26:07.968" v="509" actId="12"/>
        <pc:sldMkLst>
          <pc:docMk/>
          <pc:sldMk cId="2538869697" sldId="1052"/>
        </pc:sldMkLst>
        <pc:spChg chg="mod">
          <ac:chgData name="Brian P Krause" userId="23140df0-a9f4-4d9c-8e6f-6b674da89770" providerId="ADAL" clId="{67410B4E-422E-4D65-9D2A-D4961290D8FE}" dt="2025-09-15T21:24:41.185" v="495" actId="27636"/>
          <ac:spMkLst>
            <pc:docMk/>
            <pc:sldMk cId="2538869697" sldId="1052"/>
            <ac:spMk id="3" creationId="{0A6DA8F8-D046-FA26-1155-95F1A500CAB3}"/>
          </ac:spMkLst>
        </pc:spChg>
        <pc:spChg chg="add mod">
          <ac:chgData name="Brian P Krause" userId="23140df0-a9f4-4d9c-8e6f-6b674da89770" providerId="ADAL" clId="{67410B4E-422E-4D65-9D2A-D4961290D8FE}" dt="2025-09-15T21:26:07.968" v="509" actId="12"/>
          <ac:spMkLst>
            <pc:docMk/>
            <pc:sldMk cId="2538869697" sldId="1052"/>
            <ac:spMk id="4" creationId="{6C5177A7-DB82-43F8-6040-6F220CC1CFC1}"/>
          </ac:spMkLst>
        </pc:spChg>
      </pc:sldChg>
      <pc:sldChg chg="addSp modSp add mod ord">
        <pc:chgData name="Brian P Krause" userId="23140df0-a9f4-4d9c-8e6f-6b674da89770" providerId="ADAL" clId="{67410B4E-422E-4D65-9D2A-D4961290D8FE}" dt="2025-09-15T21:22:35.836" v="470"/>
        <pc:sldMkLst>
          <pc:docMk/>
          <pc:sldMk cId="2607314254" sldId="1053"/>
        </pc:sldMkLst>
        <pc:spChg chg="mod">
          <ac:chgData name="Brian P Krause" userId="23140df0-a9f4-4d9c-8e6f-6b674da89770" providerId="ADAL" clId="{67410B4E-422E-4D65-9D2A-D4961290D8FE}" dt="2025-09-15T20:49:19.345" v="424" actId="14100"/>
          <ac:spMkLst>
            <pc:docMk/>
            <pc:sldMk cId="2607314254" sldId="1053"/>
            <ac:spMk id="3" creationId="{3663C6C0-04C2-0485-439C-F447FBDBA461}"/>
          </ac:spMkLst>
        </pc:spChg>
        <pc:picChg chg="add mod">
          <ac:chgData name="Brian P Krause" userId="23140df0-a9f4-4d9c-8e6f-6b674da89770" providerId="ADAL" clId="{67410B4E-422E-4D65-9D2A-D4961290D8FE}" dt="2025-09-15T20:49:27.232" v="427" actId="14100"/>
          <ac:picMkLst>
            <pc:docMk/>
            <pc:sldMk cId="2607314254" sldId="1053"/>
            <ac:picMk id="4" creationId="{86597F7B-461E-C891-4475-797CC650B764}"/>
          </ac:picMkLst>
        </pc:picChg>
      </pc:sldChg>
      <pc:sldChg chg="addSp delSp modSp add mod">
        <pc:chgData name="Brian P Krause" userId="23140df0-a9f4-4d9c-8e6f-6b674da89770" providerId="ADAL" clId="{67410B4E-422E-4D65-9D2A-D4961290D8FE}" dt="2025-09-15T21:29:11.248" v="519" actId="1076"/>
        <pc:sldMkLst>
          <pc:docMk/>
          <pc:sldMk cId="3541387661" sldId="1054"/>
        </pc:sldMkLst>
        <pc:spChg chg="del">
          <ac:chgData name="Brian P Krause" userId="23140df0-a9f4-4d9c-8e6f-6b674da89770" providerId="ADAL" clId="{67410B4E-422E-4D65-9D2A-D4961290D8FE}" dt="2025-09-15T21:27:40.711" v="511" actId="478"/>
          <ac:spMkLst>
            <pc:docMk/>
            <pc:sldMk cId="3541387661" sldId="1054"/>
            <ac:spMk id="3" creationId="{1080AB7B-CBE7-5ABB-078C-DC269B9C4BBE}"/>
          </ac:spMkLst>
        </pc:spChg>
        <pc:picChg chg="add mod">
          <ac:chgData name="Brian P Krause" userId="23140df0-a9f4-4d9c-8e6f-6b674da89770" providerId="ADAL" clId="{67410B4E-422E-4D65-9D2A-D4961290D8FE}" dt="2025-09-15T21:27:51.444" v="515" actId="1076"/>
          <ac:picMkLst>
            <pc:docMk/>
            <pc:sldMk cId="3541387661" sldId="1054"/>
            <ac:picMk id="4" creationId="{09FF2894-12CE-25B7-660B-7438D4077CF3}"/>
          </ac:picMkLst>
        </pc:picChg>
        <pc:picChg chg="add mod">
          <ac:chgData name="Brian P Krause" userId="23140df0-a9f4-4d9c-8e6f-6b674da89770" providerId="ADAL" clId="{67410B4E-422E-4D65-9D2A-D4961290D8FE}" dt="2025-09-15T21:29:11.248" v="519" actId="1076"/>
          <ac:picMkLst>
            <pc:docMk/>
            <pc:sldMk cId="3541387661" sldId="1054"/>
            <ac:picMk id="6" creationId="{2FB90501-ECDA-128B-79B7-BD1EA42E79CC}"/>
          </ac:picMkLst>
        </pc:picChg>
      </pc:sldChg>
      <pc:sldChg chg="addSp modSp add mod">
        <pc:chgData name="Brian P Krause" userId="23140df0-a9f4-4d9c-8e6f-6b674da89770" providerId="ADAL" clId="{67410B4E-422E-4D65-9D2A-D4961290D8FE}" dt="2025-09-15T21:30:52.928" v="562" actId="1076"/>
        <pc:sldMkLst>
          <pc:docMk/>
          <pc:sldMk cId="1754711898" sldId="1055"/>
        </pc:sldMkLst>
        <pc:spChg chg="mod">
          <ac:chgData name="Brian P Krause" userId="23140df0-a9f4-4d9c-8e6f-6b674da89770" providerId="ADAL" clId="{67410B4E-422E-4D65-9D2A-D4961290D8FE}" dt="2025-09-15T21:30:42.223" v="558" actId="14100"/>
          <ac:spMkLst>
            <pc:docMk/>
            <pc:sldMk cId="1754711898" sldId="1055"/>
            <ac:spMk id="3" creationId="{21CC30CD-23D8-359B-C130-CA92174074A0}"/>
          </ac:spMkLst>
        </pc:spChg>
        <pc:picChg chg="add mod">
          <ac:chgData name="Brian P Krause" userId="23140df0-a9f4-4d9c-8e6f-6b674da89770" providerId="ADAL" clId="{67410B4E-422E-4D65-9D2A-D4961290D8FE}" dt="2025-09-15T21:30:52.928" v="562" actId="1076"/>
          <ac:picMkLst>
            <pc:docMk/>
            <pc:sldMk cId="1754711898" sldId="1055"/>
            <ac:picMk id="4" creationId="{07BA43F7-C85C-997C-7A3C-3EA340D068DC}"/>
          </ac:picMkLst>
        </pc:picChg>
      </pc:sldChg>
      <pc:sldChg chg="addSp modSp add mod">
        <pc:chgData name="Brian P Krause" userId="23140df0-a9f4-4d9c-8e6f-6b674da89770" providerId="ADAL" clId="{67410B4E-422E-4D65-9D2A-D4961290D8FE}" dt="2025-09-15T21:36:53.345" v="740" actId="1076"/>
        <pc:sldMkLst>
          <pc:docMk/>
          <pc:sldMk cId="72334318" sldId="1056"/>
        </pc:sldMkLst>
        <pc:spChg chg="mod">
          <ac:chgData name="Brian P Krause" userId="23140df0-a9f4-4d9c-8e6f-6b674da89770" providerId="ADAL" clId="{67410B4E-422E-4D65-9D2A-D4961290D8FE}" dt="2025-09-15T21:36:39.294" v="736" actId="14100"/>
          <ac:spMkLst>
            <pc:docMk/>
            <pc:sldMk cId="72334318" sldId="1056"/>
            <ac:spMk id="3" creationId="{F5C0D3EE-8F8C-924C-F46C-E32F7D157272}"/>
          </ac:spMkLst>
        </pc:spChg>
        <pc:picChg chg="add mod">
          <ac:chgData name="Brian P Krause" userId="23140df0-a9f4-4d9c-8e6f-6b674da89770" providerId="ADAL" clId="{67410B4E-422E-4D65-9D2A-D4961290D8FE}" dt="2025-09-15T21:36:53.345" v="740" actId="1076"/>
          <ac:picMkLst>
            <pc:docMk/>
            <pc:sldMk cId="72334318" sldId="1056"/>
            <ac:picMk id="4" creationId="{F824AFFB-A027-9C7A-A8C1-D5C55F901E8D}"/>
          </ac:picMkLst>
        </pc:picChg>
      </pc:sldChg>
      <pc:sldChg chg="addSp modSp add mod ord">
        <pc:chgData name="Brian P Krause" userId="23140df0-a9f4-4d9c-8e6f-6b674da89770" providerId="ADAL" clId="{67410B4E-422E-4D65-9D2A-D4961290D8FE}" dt="2025-09-15T21:33:13.887" v="623"/>
        <pc:sldMkLst>
          <pc:docMk/>
          <pc:sldMk cId="60677850" sldId="1057"/>
        </pc:sldMkLst>
        <pc:spChg chg="mod">
          <ac:chgData name="Brian P Krause" userId="23140df0-a9f4-4d9c-8e6f-6b674da89770" providerId="ADAL" clId="{67410B4E-422E-4D65-9D2A-D4961290D8FE}" dt="2025-09-15T21:32:30.702" v="617" actId="14100"/>
          <ac:spMkLst>
            <pc:docMk/>
            <pc:sldMk cId="60677850" sldId="1057"/>
            <ac:spMk id="3" creationId="{74ADB7ED-98FA-FC6B-7EEE-D7C3EF914B33}"/>
          </ac:spMkLst>
        </pc:spChg>
        <pc:picChg chg="add mod">
          <ac:chgData name="Brian P Krause" userId="23140df0-a9f4-4d9c-8e6f-6b674da89770" providerId="ADAL" clId="{67410B4E-422E-4D65-9D2A-D4961290D8FE}" dt="2025-09-15T21:32:49.052" v="621" actId="1076"/>
          <ac:picMkLst>
            <pc:docMk/>
            <pc:sldMk cId="60677850" sldId="1057"/>
            <ac:picMk id="4" creationId="{A53DE25D-7BF7-75B1-6DE3-AD4C3DCF6868}"/>
          </ac:picMkLst>
        </pc:picChg>
      </pc:sldChg>
      <pc:sldChg chg="addSp modSp add mod ord">
        <pc:chgData name="Brian P Krause" userId="23140df0-a9f4-4d9c-8e6f-6b674da89770" providerId="ADAL" clId="{67410B4E-422E-4D65-9D2A-D4961290D8FE}" dt="2025-09-15T21:34:40.932" v="670"/>
        <pc:sldMkLst>
          <pc:docMk/>
          <pc:sldMk cId="255500897" sldId="1058"/>
        </pc:sldMkLst>
        <pc:spChg chg="mod">
          <ac:chgData name="Brian P Krause" userId="23140df0-a9f4-4d9c-8e6f-6b674da89770" providerId="ADAL" clId="{67410B4E-422E-4D65-9D2A-D4961290D8FE}" dt="2025-09-15T21:34:22.898" v="664" actId="14100"/>
          <ac:spMkLst>
            <pc:docMk/>
            <pc:sldMk cId="255500897" sldId="1058"/>
            <ac:spMk id="3" creationId="{8479FAE1-AC70-F42C-CFE3-4B2F4F46FCA9}"/>
          </ac:spMkLst>
        </pc:spChg>
        <pc:picChg chg="add mod">
          <ac:chgData name="Brian P Krause" userId="23140df0-a9f4-4d9c-8e6f-6b674da89770" providerId="ADAL" clId="{67410B4E-422E-4D65-9D2A-D4961290D8FE}" dt="2025-09-15T21:34:34.603" v="668" actId="1076"/>
          <ac:picMkLst>
            <pc:docMk/>
            <pc:sldMk cId="255500897" sldId="1058"/>
            <ac:picMk id="4" creationId="{346E9C8A-A28F-E50D-3F27-7D840DC8755E}"/>
          </ac:picMkLst>
        </pc:picChg>
      </pc:sldChg>
      <pc:sldChg chg="addSp delSp modSp add mod">
        <pc:chgData name="Brian P Krause" userId="23140df0-a9f4-4d9c-8e6f-6b674da89770" providerId="ADAL" clId="{67410B4E-422E-4D65-9D2A-D4961290D8FE}" dt="2025-09-15T21:38:31.682" v="750" actId="1076"/>
        <pc:sldMkLst>
          <pc:docMk/>
          <pc:sldMk cId="4005603352" sldId="1059"/>
        </pc:sldMkLst>
        <pc:spChg chg="del">
          <ac:chgData name="Brian P Krause" userId="23140df0-a9f4-4d9c-8e6f-6b674da89770" providerId="ADAL" clId="{67410B4E-422E-4D65-9D2A-D4961290D8FE}" dt="2025-09-15T21:37:44.435" v="742" actId="478"/>
          <ac:spMkLst>
            <pc:docMk/>
            <pc:sldMk cId="4005603352" sldId="1059"/>
            <ac:spMk id="3" creationId="{0DD514BE-0F7B-C903-94EC-90F1ACF76E59}"/>
          </ac:spMkLst>
        </pc:spChg>
        <pc:picChg chg="add mod">
          <ac:chgData name="Brian P Krause" userId="23140df0-a9f4-4d9c-8e6f-6b674da89770" providerId="ADAL" clId="{67410B4E-422E-4D65-9D2A-D4961290D8FE}" dt="2025-09-15T21:37:56.398" v="746" actId="1076"/>
          <ac:picMkLst>
            <pc:docMk/>
            <pc:sldMk cId="4005603352" sldId="1059"/>
            <ac:picMk id="4" creationId="{D5A786DA-69AE-EF0A-CD9B-9D02F01191F3}"/>
          </ac:picMkLst>
        </pc:picChg>
        <pc:picChg chg="add mod">
          <ac:chgData name="Brian P Krause" userId="23140df0-a9f4-4d9c-8e6f-6b674da89770" providerId="ADAL" clId="{67410B4E-422E-4D65-9D2A-D4961290D8FE}" dt="2025-09-15T21:38:31.682" v="750" actId="1076"/>
          <ac:picMkLst>
            <pc:docMk/>
            <pc:sldMk cId="4005603352" sldId="1059"/>
            <ac:picMk id="6" creationId="{ECFC3D48-8DB2-4119-01B1-D721E9FF82BA}"/>
          </ac:picMkLst>
        </pc:picChg>
      </pc:sldChg>
      <pc:sldChg chg="addSp modSp add mod">
        <pc:chgData name="Brian P Krause" userId="23140df0-a9f4-4d9c-8e6f-6b674da89770" providerId="ADAL" clId="{67410B4E-422E-4D65-9D2A-D4961290D8FE}" dt="2025-09-15T21:42:40.796" v="846" actId="1076"/>
        <pc:sldMkLst>
          <pc:docMk/>
          <pc:sldMk cId="3393028315" sldId="1060"/>
        </pc:sldMkLst>
        <pc:spChg chg="mod">
          <ac:chgData name="Brian P Krause" userId="23140df0-a9f4-4d9c-8e6f-6b674da89770" providerId="ADAL" clId="{67410B4E-422E-4D65-9D2A-D4961290D8FE}" dt="2025-09-15T21:42:25.494" v="841" actId="14100"/>
          <ac:spMkLst>
            <pc:docMk/>
            <pc:sldMk cId="3393028315" sldId="1060"/>
            <ac:spMk id="3" creationId="{C1B0B919-961A-66D5-669C-F1B531BB8B6B}"/>
          </ac:spMkLst>
        </pc:spChg>
        <pc:picChg chg="add mod">
          <ac:chgData name="Brian P Krause" userId="23140df0-a9f4-4d9c-8e6f-6b674da89770" providerId="ADAL" clId="{67410B4E-422E-4D65-9D2A-D4961290D8FE}" dt="2025-09-15T21:42:40.796" v="846" actId="1076"/>
          <ac:picMkLst>
            <pc:docMk/>
            <pc:sldMk cId="3393028315" sldId="1060"/>
            <ac:picMk id="4" creationId="{F4D9FBDE-02A0-42E3-B445-67F4A13191EE}"/>
          </ac:picMkLst>
        </pc:picChg>
      </pc:sldChg>
      <pc:sldChg chg="addSp modSp add mod ord">
        <pc:chgData name="Brian P Krause" userId="23140df0-a9f4-4d9c-8e6f-6b674da89770" providerId="ADAL" clId="{67410B4E-422E-4D65-9D2A-D4961290D8FE}" dt="2025-09-15T21:40:44.411" v="811"/>
        <pc:sldMkLst>
          <pc:docMk/>
          <pc:sldMk cId="4242156983" sldId="1061"/>
        </pc:sldMkLst>
        <pc:spChg chg="mod">
          <ac:chgData name="Brian P Krause" userId="23140df0-a9f4-4d9c-8e6f-6b674da89770" providerId="ADAL" clId="{67410B4E-422E-4D65-9D2A-D4961290D8FE}" dt="2025-09-15T21:39:49.972" v="804" actId="14100"/>
          <ac:spMkLst>
            <pc:docMk/>
            <pc:sldMk cId="4242156983" sldId="1061"/>
            <ac:spMk id="3" creationId="{C0989A36-EF1D-3702-5196-B63D06619AFB}"/>
          </ac:spMkLst>
        </pc:spChg>
        <pc:picChg chg="add mod">
          <ac:chgData name="Brian P Krause" userId="23140df0-a9f4-4d9c-8e6f-6b674da89770" providerId="ADAL" clId="{67410B4E-422E-4D65-9D2A-D4961290D8FE}" dt="2025-09-15T21:40:03.668" v="809" actId="1076"/>
          <ac:picMkLst>
            <pc:docMk/>
            <pc:sldMk cId="4242156983" sldId="1061"/>
            <ac:picMk id="4" creationId="{0069E14C-81DE-6E08-CCC2-62F2E032D6DD}"/>
          </ac:picMkLst>
        </pc:picChg>
      </pc:sldChg>
      <pc:sldChg chg="addSp modSp add mod">
        <pc:chgData name="Brian P Krause" userId="23140df0-a9f4-4d9c-8e6f-6b674da89770" providerId="ADAL" clId="{67410B4E-422E-4D65-9D2A-D4961290D8FE}" dt="2025-09-15T21:44:09.337" v="889" actId="1076"/>
        <pc:sldMkLst>
          <pc:docMk/>
          <pc:sldMk cId="2464890857" sldId="1062"/>
        </pc:sldMkLst>
        <pc:spChg chg="mod">
          <ac:chgData name="Brian P Krause" userId="23140df0-a9f4-4d9c-8e6f-6b674da89770" providerId="ADAL" clId="{67410B4E-422E-4D65-9D2A-D4961290D8FE}" dt="2025-09-15T21:43:56.469" v="884" actId="14100"/>
          <ac:spMkLst>
            <pc:docMk/>
            <pc:sldMk cId="2464890857" sldId="1062"/>
            <ac:spMk id="3" creationId="{8356646D-CF7E-1F8F-022F-22FAA47C0DFB}"/>
          </ac:spMkLst>
        </pc:spChg>
        <pc:picChg chg="add mod">
          <ac:chgData name="Brian P Krause" userId="23140df0-a9f4-4d9c-8e6f-6b674da89770" providerId="ADAL" clId="{67410B4E-422E-4D65-9D2A-D4961290D8FE}" dt="2025-09-15T21:44:09.337" v="889" actId="1076"/>
          <ac:picMkLst>
            <pc:docMk/>
            <pc:sldMk cId="2464890857" sldId="1062"/>
            <ac:picMk id="4" creationId="{502605C9-D157-C511-9B72-3C4E036A6E93}"/>
          </ac:picMkLst>
        </pc:picChg>
      </pc:sldChg>
      <pc:sldChg chg="addSp modSp add mod">
        <pc:chgData name="Brian P Krause" userId="23140df0-a9f4-4d9c-8e6f-6b674da89770" providerId="ADAL" clId="{67410B4E-422E-4D65-9D2A-D4961290D8FE}" dt="2025-09-15T21:45:50.413" v="944" actId="1076"/>
        <pc:sldMkLst>
          <pc:docMk/>
          <pc:sldMk cId="3553626974" sldId="1063"/>
        </pc:sldMkLst>
        <pc:spChg chg="mod">
          <ac:chgData name="Brian P Krause" userId="23140df0-a9f4-4d9c-8e6f-6b674da89770" providerId="ADAL" clId="{67410B4E-422E-4D65-9D2A-D4961290D8FE}" dt="2025-09-15T21:45:31.256" v="938" actId="255"/>
          <ac:spMkLst>
            <pc:docMk/>
            <pc:sldMk cId="3553626974" sldId="1063"/>
            <ac:spMk id="3" creationId="{9CCACEFD-3668-4B09-81DE-7D862E3694A1}"/>
          </ac:spMkLst>
        </pc:spChg>
        <pc:picChg chg="add mod">
          <ac:chgData name="Brian P Krause" userId="23140df0-a9f4-4d9c-8e6f-6b674da89770" providerId="ADAL" clId="{67410B4E-422E-4D65-9D2A-D4961290D8FE}" dt="2025-09-15T21:45:50.413" v="944" actId="1076"/>
          <ac:picMkLst>
            <pc:docMk/>
            <pc:sldMk cId="3553626974" sldId="1063"/>
            <ac:picMk id="4" creationId="{CCE8FA85-D6BE-E907-C2CF-753D0A70DD58}"/>
          </ac:picMkLst>
        </pc:picChg>
      </pc:sldChg>
      <pc:sldChg chg="addSp delSp modSp add mod">
        <pc:chgData name="Brian P Krause" userId="23140df0-a9f4-4d9c-8e6f-6b674da89770" providerId="ADAL" clId="{67410B4E-422E-4D65-9D2A-D4961290D8FE}" dt="2025-09-15T21:48:35.314" v="956" actId="14100"/>
        <pc:sldMkLst>
          <pc:docMk/>
          <pc:sldMk cId="99683499" sldId="1064"/>
        </pc:sldMkLst>
        <pc:spChg chg="del">
          <ac:chgData name="Brian P Krause" userId="23140df0-a9f4-4d9c-8e6f-6b674da89770" providerId="ADAL" clId="{67410B4E-422E-4D65-9D2A-D4961290D8FE}" dt="2025-09-15T21:46:39.193" v="946" actId="478"/>
          <ac:spMkLst>
            <pc:docMk/>
            <pc:sldMk cId="99683499" sldId="1064"/>
            <ac:spMk id="3" creationId="{E14EB0EB-C46A-D3E4-D25E-C74C84E5DADD}"/>
          </ac:spMkLst>
        </pc:spChg>
        <pc:spChg chg="add mod">
          <ac:chgData name="Brian P Krause" userId="23140df0-a9f4-4d9c-8e6f-6b674da89770" providerId="ADAL" clId="{67410B4E-422E-4D65-9D2A-D4961290D8FE}" dt="2025-09-15T21:48:35.314" v="956" actId="14100"/>
          <ac:spMkLst>
            <pc:docMk/>
            <pc:sldMk cId="99683499" sldId="1064"/>
            <ac:spMk id="6" creationId="{11C7A2EF-682B-9A78-6BBD-88ECE61B0BD6}"/>
          </ac:spMkLst>
        </pc:spChg>
        <pc:picChg chg="add mod">
          <ac:chgData name="Brian P Krause" userId="23140df0-a9f4-4d9c-8e6f-6b674da89770" providerId="ADAL" clId="{67410B4E-422E-4D65-9D2A-D4961290D8FE}" dt="2025-09-15T21:46:50.739" v="950" actId="1076"/>
          <ac:picMkLst>
            <pc:docMk/>
            <pc:sldMk cId="99683499" sldId="1064"/>
            <ac:picMk id="4" creationId="{8532E4C5-14A4-7346-089B-0FEE4BD66A4B}"/>
          </ac:picMkLst>
        </pc:picChg>
      </pc:sldChg>
      <pc:sldChg chg="addSp modSp add mod">
        <pc:chgData name="Brian P Krause" userId="23140df0-a9f4-4d9c-8e6f-6b674da89770" providerId="ADAL" clId="{67410B4E-422E-4D65-9D2A-D4961290D8FE}" dt="2025-09-15T21:49:49.450" v="1002" actId="1076"/>
        <pc:sldMkLst>
          <pc:docMk/>
          <pc:sldMk cId="2646991439" sldId="1065"/>
        </pc:sldMkLst>
        <pc:spChg chg="mod">
          <ac:chgData name="Brian P Krause" userId="23140df0-a9f4-4d9c-8e6f-6b674da89770" providerId="ADAL" clId="{67410B4E-422E-4D65-9D2A-D4961290D8FE}" dt="2025-09-15T21:49:39.246" v="997" actId="14100"/>
          <ac:spMkLst>
            <pc:docMk/>
            <pc:sldMk cId="2646991439" sldId="1065"/>
            <ac:spMk id="3" creationId="{1E32EBDB-20C2-C7A9-532D-CA63A7A007D8}"/>
          </ac:spMkLst>
        </pc:spChg>
        <pc:picChg chg="add mod">
          <ac:chgData name="Brian P Krause" userId="23140df0-a9f4-4d9c-8e6f-6b674da89770" providerId="ADAL" clId="{67410B4E-422E-4D65-9D2A-D4961290D8FE}" dt="2025-09-15T21:49:49.450" v="1002" actId="1076"/>
          <ac:picMkLst>
            <pc:docMk/>
            <pc:sldMk cId="2646991439" sldId="1065"/>
            <ac:picMk id="4" creationId="{2E90A73D-9F13-7ECC-615F-B0D425D8FDFC}"/>
          </ac:picMkLst>
        </pc:picChg>
      </pc:sldChg>
      <pc:sldChg chg="addSp modSp add mod">
        <pc:chgData name="Brian P Krause" userId="23140df0-a9f4-4d9c-8e6f-6b674da89770" providerId="ADAL" clId="{67410B4E-422E-4D65-9D2A-D4961290D8FE}" dt="2025-09-15T21:52:33.829" v="1083" actId="14100"/>
        <pc:sldMkLst>
          <pc:docMk/>
          <pc:sldMk cId="3140162384" sldId="1066"/>
        </pc:sldMkLst>
        <pc:spChg chg="mod">
          <ac:chgData name="Brian P Krause" userId="23140df0-a9f4-4d9c-8e6f-6b674da89770" providerId="ADAL" clId="{67410B4E-422E-4D65-9D2A-D4961290D8FE}" dt="2025-09-15T21:52:25.607" v="1080" actId="14100"/>
          <ac:spMkLst>
            <pc:docMk/>
            <pc:sldMk cId="3140162384" sldId="1066"/>
            <ac:spMk id="3" creationId="{9E6E69EE-D8CF-9A83-F6A5-02E619DFE2CC}"/>
          </ac:spMkLst>
        </pc:spChg>
        <pc:picChg chg="add mod">
          <ac:chgData name="Brian P Krause" userId="23140df0-a9f4-4d9c-8e6f-6b674da89770" providerId="ADAL" clId="{67410B4E-422E-4D65-9D2A-D4961290D8FE}" dt="2025-09-15T21:52:33.829" v="1083" actId="14100"/>
          <ac:picMkLst>
            <pc:docMk/>
            <pc:sldMk cId="3140162384" sldId="1066"/>
            <ac:picMk id="4" creationId="{FCB78DFB-8EC9-9D9F-3F57-3E232737CAD1}"/>
          </ac:picMkLst>
        </pc:picChg>
      </pc:sldChg>
      <pc:sldChg chg="addSp modSp add mod ord">
        <pc:chgData name="Brian P Krause" userId="23140df0-a9f4-4d9c-8e6f-6b674da89770" providerId="ADAL" clId="{67410B4E-422E-4D65-9D2A-D4961290D8FE}" dt="2025-09-15T21:51:26.046" v="1036"/>
        <pc:sldMkLst>
          <pc:docMk/>
          <pc:sldMk cId="4185843603" sldId="1067"/>
        </pc:sldMkLst>
        <pc:spChg chg="mod">
          <ac:chgData name="Brian P Krause" userId="23140df0-a9f4-4d9c-8e6f-6b674da89770" providerId="ADAL" clId="{67410B4E-422E-4D65-9D2A-D4961290D8FE}" dt="2025-09-15T21:51:04.427" v="1031" actId="14100"/>
          <ac:spMkLst>
            <pc:docMk/>
            <pc:sldMk cId="4185843603" sldId="1067"/>
            <ac:spMk id="3" creationId="{5C5601DB-7E0E-E787-753E-054A115229A2}"/>
          </ac:spMkLst>
        </pc:spChg>
        <pc:picChg chg="add mod">
          <ac:chgData name="Brian P Krause" userId="23140df0-a9f4-4d9c-8e6f-6b674da89770" providerId="ADAL" clId="{67410B4E-422E-4D65-9D2A-D4961290D8FE}" dt="2025-09-15T21:51:10.352" v="1034" actId="14100"/>
          <ac:picMkLst>
            <pc:docMk/>
            <pc:sldMk cId="4185843603" sldId="1067"/>
            <ac:picMk id="4" creationId="{80D1407B-839C-5EDE-9F9E-6335F1178835}"/>
          </ac:picMkLst>
        </pc:picChg>
      </pc:sldChg>
      <pc:sldChg chg="addSp modSp add mod">
        <pc:chgData name="Brian P Krause" userId="23140df0-a9f4-4d9c-8e6f-6b674da89770" providerId="ADAL" clId="{67410B4E-422E-4D65-9D2A-D4961290D8FE}" dt="2025-09-15T23:04:13.400" v="1134" actId="1076"/>
        <pc:sldMkLst>
          <pc:docMk/>
          <pc:sldMk cId="259343441" sldId="1068"/>
        </pc:sldMkLst>
        <pc:spChg chg="mod">
          <ac:chgData name="Brian P Krause" userId="23140df0-a9f4-4d9c-8e6f-6b674da89770" providerId="ADAL" clId="{67410B4E-422E-4D65-9D2A-D4961290D8FE}" dt="2025-09-15T23:04:02.443" v="1130" actId="14100"/>
          <ac:spMkLst>
            <pc:docMk/>
            <pc:sldMk cId="259343441" sldId="1068"/>
            <ac:spMk id="3" creationId="{9292B842-4A95-2057-9AB5-1DFD5FCA945D}"/>
          </ac:spMkLst>
        </pc:spChg>
        <pc:picChg chg="add mod">
          <ac:chgData name="Brian P Krause" userId="23140df0-a9f4-4d9c-8e6f-6b674da89770" providerId="ADAL" clId="{67410B4E-422E-4D65-9D2A-D4961290D8FE}" dt="2025-09-15T23:04:13.400" v="1134" actId="1076"/>
          <ac:picMkLst>
            <pc:docMk/>
            <pc:sldMk cId="259343441" sldId="1068"/>
            <ac:picMk id="4" creationId="{735DFA87-85FB-E1D5-ABAA-EC54BF5C46B7}"/>
          </ac:picMkLst>
        </pc:picChg>
      </pc:sldChg>
      <pc:sldChg chg="addSp delSp modSp add mod">
        <pc:chgData name="Brian P Krause" userId="23140df0-a9f4-4d9c-8e6f-6b674da89770" providerId="ADAL" clId="{67410B4E-422E-4D65-9D2A-D4961290D8FE}" dt="2025-09-15T23:06:19.042" v="1145" actId="14100"/>
        <pc:sldMkLst>
          <pc:docMk/>
          <pc:sldMk cId="2732079869" sldId="1069"/>
        </pc:sldMkLst>
        <pc:spChg chg="del">
          <ac:chgData name="Brian P Krause" userId="23140df0-a9f4-4d9c-8e6f-6b674da89770" providerId="ADAL" clId="{67410B4E-422E-4D65-9D2A-D4961290D8FE}" dt="2025-09-15T23:06:11.816" v="1142" actId="478"/>
          <ac:spMkLst>
            <pc:docMk/>
            <pc:sldMk cId="2732079869" sldId="1069"/>
            <ac:spMk id="3" creationId="{FA2346B2-302B-CB6E-FEF8-1FD54826A443}"/>
          </ac:spMkLst>
        </pc:spChg>
        <pc:picChg chg="add mod">
          <ac:chgData name="Brian P Krause" userId="23140df0-a9f4-4d9c-8e6f-6b674da89770" providerId="ADAL" clId="{67410B4E-422E-4D65-9D2A-D4961290D8FE}" dt="2025-09-15T23:06:19.042" v="1145" actId="14100"/>
          <ac:picMkLst>
            <pc:docMk/>
            <pc:sldMk cId="2732079869" sldId="1069"/>
            <ac:picMk id="4" creationId="{2C81CA3B-8427-4FDF-EC1A-270AB0C0E8CE}"/>
          </ac:picMkLst>
        </pc:picChg>
      </pc:sldChg>
      <pc:sldChg chg="addSp delSp modSp add mod ord">
        <pc:chgData name="Brian P Krause" userId="23140df0-a9f4-4d9c-8e6f-6b674da89770" providerId="ADAL" clId="{67410B4E-422E-4D65-9D2A-D4961290D8FE}" dt="2025-09-15T23:05:39.516" v="1141"/>
        <pc:sldMkLst>
          <pc:docMk/>
          <pc:sldMk cId="1859934921" sldId="1070"/>
        </pc:sldMkLst>
        <pc:spChg chg="del">
          <ac:chgData name="Brian P Krause" userId="23140df0-a9f4-4d9c-8e6f-6b674da89770" providerId="ADAL" clId="{67410B4E-422E-4D65-9D2A-D4961290D8FE}" dt="2025-09-15T23:05:07.890" v="1136" actId="478"/>
          <ac:spMkLst>
            <pc:docMk/>
            <pc:sldMk cId="1859934921" sldId="1070"/>
            <ac:spMk id="3" creationId="{CB9DADAE-64BC-0917-153A-D57A744F0DDE}"/>
          </ac:spMkLst>
        </pc:spChg>
        <pc:picChg chg="add mod">
          <ac:chgData name="Brian P Krause" userId="23140df0-a9f4-4d9c-8e6f-6b674da89770" providerId="ADAL" clId="{67410B4E-422E-4D65-9D2A-D4961290D8FE}" dt="2025-09-15T23:05:15.436" v="1139" actId="14100"/>
          <ac:picMkLst>
            <pc:docMk/>
            <pc:sldMk cId="1859934921" sldId="1070"/>
            <ac:picMk id="4" creationId="{85DEC716-585D-5178-76CE-2C3B40A1DB1B}"/>
          </ac:picMkLst>
        </pc:picChg>
      </pc:sldChg>
      <pc:sldChg chg="addSp delSp modSp add mod modClrScheme chgLayout">
        <pc:chgData name="Brian P Krause" userId="23140df0-a9f4-4d9c-8e6f-6b674da89770" providerId="ADAL" clId="{67410B4E-422E-4D65-9D2A-D4961290D8FE}" dt="2025-09-15T23:15:02.627" v="1232" actId="20577"/>
        <pc:sldMkLst>
          <pc:docMk/>
          <pc:sldMk cId="3769977415" sldId="1071"/>
        </pc:sldMkLst>
        <pc:spChg chg="add mod">
          <ac:chgData name="Brian P Krause" userId="23140df0-a9f4-4d9c-8e6f-6b674da89770" providerId="ADAL" clId="{67410B4E-422E-4D65-9D2A-D4961290D8FE}" dt="2025-09-15T23:15:02.627" v="1232" actId="20577"/>
          <ac:spMkLst>
            <pc:docMk/>
            <pc:sldMk cId="3769977415" sldId="1071"/>
            <ac:spMk id="2" creationId="{FFB891B6-D830-0EAE-2BE3-18928DE49C5D}"/>
          </ac:spMkLst>
        </pc:spChg>
        <pc:picChg chg="del">
          <ac:chgData name="Brian P Krause" userId="23140df0-a9f4-4d9c-8e6f-6b674da89770" providerId="ADAL" clId="{67410B4E-422E-4D65-9D2A-D4961290D8FE}" dt="2025-09-15T23:09:24.523" v="1147" actId="478"/>
          <ac:picMkLst>
            <pc:docMk/>
            <pc:sldMk cId="3769977415" sldId="1071"/>
            <ac:picMk id="4" creationId="{20AB75AA-0A2C-D699-6652-9C35A7ED0C24}"/>
          </ac:picMkLst>
        </pc:picChg>
        <pc:picChg chg="add mod">
          <ac:chgData name="Brian P Krause" userId="23140df0-a9f4-4d9c-8e6f-6b674da89770" providerId="ADAL" clId="{67410B4E-422E-4D65-9D2A-D4961290D8FE}" dt="2025-09-15T23:10:38.029" v="1169" actId="14100"/>
          <ac:picMkLst>
            <pc:docMk/>
            <pc:sldMk cId="3769977415" sldId="1071"/>
            <ac:picMk id="5" creationId="{D9B93F9C-019D-CF0D-3162-2FE867295B19}"/>
          </ac:picMkLst>
        </pc:picChg>
      </pc:sldChg>
      <pc:sldChg chg="addSp delSp modSp add mod modClrScheme chgLayout">
        <pc:chgData name="Brian P Krause" userId="23140df0-a9f4-4d9c-8e6f-6b674da89770" providerId="ADAL" clId="{67410B4E-422E-4D65-9D2A-D4961290D8FE}" dt="2025-09-15T23:15:25.720" v="1242" actId="255"/>
        <pc:sldMkLst>
          <pc:docMk/>
          <pc:sldMk cId="1808241018" sldId="1072"/>
        </pc:sldMkLst>
        <pc:spChg chg="mod ord">
          <ac:chgData name="Brian P Krause" userId="23140df0-a9f4-4d9c-8e6f-6b674da89770" providerId="ADAL" clId="{67410B4E-422E-4D65-9D2A-D4961290D8FE}" dt="2025-09-15T23:15:25.720" v="1242" actId="255"/>
          <ac:spMkLst>
            <pc:docMk/>
            <pc:sldMk cId="1808241018" sldId="1072"/>
            <ac:spMk id="2" creationId="{07824901-271A-A6D5-9F62-273CF2DBD15C}"/>
          </ac:spMkLst>
        </pc:spChg>
        <pc:spChg chg="add mod ord">
          <ac:chgData name="Brian P Krause" userId="23140df0-a9f4-4d9c-8e6f-6b674da89770" providerId="ADAL" clId="{67410B4E-422E-4D65-9D2A-D4961290D8FE}" dt="2025-09-15T23:12:39.260" v="1216" actId="20577"/>
          <ac:spMkLst>
            <pc:docMk/>
            <pc:sldMk cId="1808241018" sldId="1072"/>
            <ac:spMk id="3" creationId="{891152E5-F7DC-16D9-3021-76F6773E2BD9}"/>
          </ac:spMkLst>
        </pc:spChg>
        <pc:picChg chg="del">
          <ac:chgData name="Brian P Krause" userId="23140df0-a9f4-4d9c-8e6f-6b674da89770" providerId="ADAL" clId="{67410B4E-422E-4D65-9D2A-D4961290D8FE}" dt="2025-09-15T23:12:12.078" v="1212" actId="478"/>
          <ac:picMkLst>
            <pc:docMk/>
            <pc:sldMk cId="1808241018" sldId="1072"/>
            <ac:picMk id="5" creationId="{EED8456C-1705-A306-E502-40854831EE4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056201-6F65-4BAC-9221-9718240EB6DF}"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CE12D4-4BD6-4582-9E40-12C872CCF99F}" type="slidenum">
              <a:rPr lang="en-US" smtClean="0"/>
              <a:t>‹#›</a:t>
            </a:fld>
            <a:endParaRPr lang="en-US"/>
          </a:p>
        </p:txBody>
      </p:sp>
    </p:spTree>
    <p:extLst>
      <p:ext uri="{BB962C8B-B14F-4D97-AF65-F5344CB8AC3E}">
        <p14:creationId xmlns:p14="http://schemas.microsoft.com/office/powerpoint/2010/main" val="4193117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questions or concerns about class?</a:t>
            </a:r>
          </a:p>
          <a:p>
            <a:endParaRPr lang="en-US" dirty="0"/>
          </a:p>
          <a:p>
            <a:r>
              <a:rPr lang="en-US" dirty="0"/>
              <a:t>Questions from the quiz? Can bring that up from unit 3 folder.</a:t>
            </a:r>
          </a:p>
          <a:p>
            <a:endParaRPr lang="en-US" dirty="0"/>
          </a:p>
          <a:p>
            <a:r>
              <a:rPr lang="en-US" dirty="0"/>
              <a:t>If I didn’t answer your questions well enough online let me know and I can answer them outside of blackboard or right here, right now.</a:t>
            </a:r>
          </a:p>
          <a:p>
            <a:endParaRPr lang="en-US" dirty="0"/>
          </a:p>
        </p:txBody>
      </p:sp>
      <p:sp>
        <p:nvSpPr>
          <p:cNvPr id="4" name="Slide Number Placeholder 3"/>
          <p:cNvSpPr>
            <a:spLocks noGrp="1"/>
          </p:cNvSpPr>
          <p:nvPr>
            <p:ph type="sldNum" sz="quarter" idx="5"/>
          </p:nvPr>
        </p:nvSpPr>
        <p:spPr/>
        <p:txBody>
          <a:bodyPr/>
          <a:lstStyle/>
          <a:p>
            <a:fld id="{7DCE12D4-4BD6-4582-9E40-12C872CCF99F}" type="slidenum">
              <a:rPr lang="en-US" smtClean="0"/>
              <a:t>2</a:t>
            </a:fld>
            <a:endParaRPr lang="en-US"/>
          </a:p>
        </p:txBody>
      </p:sp>
    </p:spTree>
    <p:extLst>
      <p:ext uri="{BB962C8B-B14F-4D97-AF65-F5344CB8AC3E}">
        <p14:creationId xmlns:p14="http://schemas.microsoft.com/office/powerpoint/2010/main" val="1949058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CE12D4-4BD6-4582-9E40-12C872CCF99F}" type="slidenum">
              <a:rPr lang="en-US" smtClean="0"/>
              <a:t>3</a:t>
            </a:fld>
            <a:endParaRPr lang="en-US"/>
          </a:p>
        </p:txBody>
      </p:sp>
    </p:spTree>
    <p:extLst>
      <p:ext uri="{BB962C8B-B14F-4D97-AF65-F5344CB8AC3E}">
        <p14:creationId xmlns:p14="http://schemas.microsoft.com/office/powerpoint/2010/main" val="223376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are the 4 main steps the Firewall goes through when checking traffic?</a:t>
            </a:r>
          </a:p>
          <a:p>
            <a:endParaRPr lang="en-US" dirty="0"/>
          </a:p>
          <a:p>
            <a:r>
              <a:rPr lang="en-US" b="1" dirty="0"/>
              <a:t>High level flow:</a:t>
            </a:r>
          </a:p>
          <a:p>
            <a:pPr marL="228600" indent="-228600">
              <a:buAutoNum type="arabicPeriod"/>
            </a:pPr>
            <a:r>
              <a:rPr lang="en-US" b="1" dirty="0"/>
              <a:t>Session - setup</a:t>
            </a:r>
          </a:p>
          <a:p>
            <a:pPr marL="228600" indent="-228600">
              <a:buAutoNum type="arabicPeriod"/>
            </a:pPr>
            <a:r>
              <a:rPr lang="en-US" b="1" dirty="0"/>
              <a:t>Inspection – of traffic</a:t>
            </a:r>
          </a:p>
          <a:p>
            <a:pPr marL="228600" indent="-228600">
              <a:buAutoNum type="arabicPeriod"/>
            </a:pPr>
            <a:r>
              <a:rPr lang="en-US" b="1" dirty="0"/>
              <a:t>Enforcement – of policy</a:t>
            </a:r>
          </a:p>
          <a:p>
            <a:pPr marL="228600" indent="-228600">
              <a:buAutoNum type="arabicPeriod"/>
            </a:pPr>
            <a:r>
              <a:rPr lang="en-US" b="1" dirty="0"/>
              <a:t>Forward – along traffic</a:t>
            </a:r>
          </a:p>
          <a:p>
            <a:pPr marL="228600" indent="-228600">
              <a:buAutoNum type="arabicPeriod"/>
            </a:pPr>
            <a:endParaRPr lang="en-US" dirty="0"/>
          </a:p>
          <a:p>
            <a:endParaRPr lang="en-US" dirty="0"/>
          </a:p>
          <a:p>
            <a:r>
              <a:rPr lang="en-US" dirty="0"/>
              <a:t>For more information about the packet handling sequence inside of a PAN-OS</a:t>
            </a:r>
            <a:r>
              <a:rPr lang="en-US" baseline="30000" dirty="0"/>
              <a:t>®</a:t>
            </a:r>
            <a:r>
              <a:rPr lang="en-US" dirty="0"/>
              <a:t> device, see the </a:t>
            </a:r>
            <a:r>
              <a:rPr lang="en-US" i="1" dirty="0"/>
              <a:t>Packet Flow Sequence in PAN-OS</a:t>
            </a:r>
            <a:r>
              <a:rPr lang="en-US" dirty="0"/>
              <a:t> document available on the Palo Alto Networks Support website at https://live.paloaltonetworks.com/docs/DOC-1628.</a:t>
            </a:r>
          </a:p>
          <a:p>
            <a:endParaRPr lang="en-US" dirty="0"/>
          </a:p>
        </p:txBody>
      </p:sp>
      <p:sp>
        <p:nvSpPr>
          <p:cNvPr id="8" name="Slide Image Placeholder 7">
            <a:extLst>
              <a:ext uri="{FF2B5EF4-FFF2-40B4-BE49-F238E27FC236}">
                <a16:creationId xmlns:a16="http://schemas.microsoft.com/office/drawing/2014/main" id="{837CF5A3-F064-41A6-BB45-8A3DFF2C43A3}"/>
              </a:ext>
            </a:extLst>
          </p:cNvPr>
          <p:cNvSpPr>
            <a:spLocks noGrp="1" noRot="1" noChangeAspect="1"/>
          </p:cNvSpPr>
          <p:nvPr>
            <p:ph type="sldImg"/>
          </p:nvPr>
        </p:nvSpPr>
        <p:spPr>
          <a:xfrm>
            <a:off x="46038" y="46038"/>
            <a:ext cx="7223125" cy="4062412"/>
          </a:xfrm>
        </p:spPr>
      </p:sp>
      <p:sp>
        <p:nvSpPr>
          <p:cNvPr id="5" name="Footer Placeholder 4">
            <a:extLst>
              <a:ext uri="{FF2B5EF4-FFF2-40B4-BE49-F238E27FC236}">
                <a16:creationId xmlns:a16="http://schemas.microsoft.com/office/drawing/2014/main" id="{C7CE38C1-5D35-4850-B32B-FB736FA4EC73}"/>
              </a:ext>
            </a:extLst>
          </p:cNvPr>
          <p:cNvSpPr>
            <a:spLocks noGrp="1"/>
          </p:cNvSpPr>
          <p:nvPr>
            <p:ph type="ftr" sz="quarter" idx="10"/>
          </p:nvPr>
        </p:nvSpPr>
        <p:spPr/>
        <p:txBody>
          <a:bodyPr/>
          <a:lstStyle/>
          <a:p>
            <a:r>
              <a:rPr lang="en-US" dirty="0"/>
              <a:t>© 2019 Palo Alto Networks, Inc.</a:t>
            </a:r>
          </a:p>
        </p:txBody>
      </p:sp>
      <p:sp>
        <p:nvSpPr>
          <p:cNvPr id="6" name="Slide Number Placeholder 5">
            <a:extLst>
              <a:ext uri="{FF2B5EF4-FFF2-40B4-BE49-F238E27FC236}">
                <a16:creationId xmlns:a16="http://schemas.microsoft.com/office/drawing/2014/main" id="{53C52666-16B5-4CA8-ABEB-3DAA11B33C6A}"/>
              </a:ext>
            </a:extLst>
          </p:cNvPr>
          <p:cNvSpPr>
            <a:spLocks noGrp="1"/>
          </p:cNvSpPr>
          <p:nvPr>
            <p:ph type="sldNum" sz="quarter" idx="11"/>
          </p:nvPr>
        </p:nvSpPr>
        <p:spPr/>
        <p:txBody>
          <a:bodyPr/>
          <a:lstStyle/>
          <a:p>
            <a:r>
              <a:rPr lang="en-US" dirty="0"/>
              <a:t>Page </a:t>
            </a:r>
            <a:fld id="{E1868A37-018F-8B43-8C0C-36107DAB25CC}" type="slidenum">
              <a:rPr lang="en-US" smtClean="0"/>
              <a:pPr/>
              <a:t>4</a:t>
            </a:fld>
            <a:endParaRPr lang="en-US" dirty="0"/>
          </a:p>
        </p:txBody>
      </p:sp>
    </p:spTree>
    <p:extLst>
      <p:ext uri="{BB962C8B-B14F-4D97-AF65-F5344CB8AC3E}">
        <p14:creationId xmlns:p14="http://schemas.microsoft.com/office/powerpoint/2010/main" val="68856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After the initial packet processing is complete, the Palo Alto Networks firewall examines the traffic to accurately apply the Security policy rules. </a:t>
            </a:r>
          </a:p>
          <a:p>
            <a:endParaRPr lang="en-US" b="1" dirty="0"/>
          </a:p>
          <a:p>
            <a:r>
              <a:rPr lang="en-US" b="1" dirty="0"/>
              <a:t>Though the firewall can classify traffic by port as does a traditional firewall, the next-generation firewall is designed to examine the application associated with the traffic to provide more granular control over data on your network.</a:t>
            </a:r>
          </a:p>
          <a:p>
            <a:endParaRPr lang="en-US" dirty="0"/>
          </a:p>
        </p:txBody>
      </p:sp>
      <p:sp>
        <p:nvSpPr>
          <p:cNvPr id="8" name="Slide Image Placeholder 7">
            <a:extLst>
              <a:ext uri="{FF2B5EF4-FFF2-40B4-BE49-F238E27FC236}">
                <a16:creationId xmlns:a16="http://schemas.microsoft.com/office/drawing/2014/main" id="{837CF5A3-F064-41A6-BB45-8A3DFF2C43A3}"/>
              </a:ext>
            </a:extLst>
          </p:cNvPr>
          <p:cNvSpPr>
            <a:spLocks noGrp="1" noRot="1" noChangeAspect="1"/>
          </p:cNvSpPr>
          <p:nvPr>
            <p:ph type="sldImg"/>
          </p:nvPr>
        </p:nvSpPr>
        <p:spPr>
          <a:xfrm>
            <a:off x="46038" y="46038"/>
            <a:ext cx="7223125" cy="4062412"/>
          </a:xfrm>
        </p:spPr>
      </p:sp>
      <p:sp>
        <p:nvSpPr>
          <p:cNvPr id="5" name="Footer Placeholder 4">
            <a:extLst>
              <a:ext uri="{FF2B5EF4-FFF2-40B4-BE49-F238E27FC236}">
                <a16:creationId xmlns:a16="http://schemas.microsoft.com/office/drawing/2014/main" id="{C7CE38C1-5D35-4850-B32B-FB736FA4EC73}"/>
              </a:ext>
            </a:extLst>
          </p:cNvPr>
          <p:cNvSpPr>
            <a:spLocks noGrp="1"/>
          </p:cNvSpPr>
          <p:nvPr>
            <p:ph type="ftr" sz="quarter" idx="10"/>
          </p:nvPr>
        </p:nvSpPr>
        <p:spPr/>
        <p:txBody>
          <a:bodyPr/>
          <a:lstStyle/>
          <a:p>
            <a:r>
              <a:rPr lang="en-US" dirty="0"/>
              <a:t>© 2019 Palo Alto Networks, Inc.</a:t>
            </a:r>
          </a:p>
        </p:txBody>
      </p:sp>
      <p:sp>
        <p:nvSpPr>
          <p:cNvPr id="6" name="Slide Number Placeholder 5">
            <a:extLst>
              <a:ext uri="{FF2B5EF4-FFF2-40B4-BE49-F238E27FC236}">
                <a16:creationId xmlns:a16="http://schemas.microsoft.com/office/drawing/2014/main" id="{53C52666-16B5-4CA8-ABEB-3DAA11B33C6A}"/>
              </a:ext>
            </a:extLst>
          </p:cNvPr>
          <p:cNvSpPr>
            <a:spLocks noGrp="1"/>
          </p:cNvSpPr>
          <p:nvPr>
            <p:ph type="sldNum" sz="quarter" idx="11"/>
          </p:nvPr>
        </p:nvSpPr>
        <p:spPr/>
        <p:txBody>
          <a:bodyPr/>
          <a:lstStyle/>
          <a:p>
            <a:r>
              <a:rPr lang="en-US" dirty="0"/>
              <a:t>Page </a:t>
            </a:r>
            <a:fld id="{E1868A37-018F-8B43-8C0C-36107DAB25CC}" type="slidenum">
              <a:rPr lang="en-US" smtClean="0"/>
              <a:pPr/>
              <a:t>5</a:t>
            </a:fld>
            <a:endParaRPr lang="en-US" dirty="0"/>
          </a:p>
        </p:txBody>
      </p:sp>
    </p:spTree>
    <p:extLst>
      <p:ext uri="{BB962C8B-B14F-4D97-AF65-F5344CB8AC3E}">
        <p14:creationId xmlns:p14="http://schemas.microsoft.com/office/powerpoint/2010/main" val="2757938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722B9-213B-2945-ED48-23AB9CB10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75385-4FF0-4428-51DF-B5C1C3226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1749EE-1B03-7CFC-35F8-4D44B47C3C4C}"/>
              </a:ext>
            </a:extLst>
          </p:cNvPr>
          <p:cNvSpPr>
            <a:spLocks noGrp="1"/>
          </p:cNvSpPr>
          <p:nvPr>
            <p:ph type="body" idx="1"/>
          </p:nvPr>
        </p:nvSpPr>
        <p:spPr/>
        <p:txBody>
          <a:bodyPr/>
          <a:lstStyle/>
          <a:p>
            <a:pPr lvl="0"/>
            <a:r>
              <a:rPr lang="en-US" dirty="0"/>
              <a:t>This module covers the topics listed here. Read through the list before proceeding. </a:t>
            </a:r>
          </a:p>
          <a:p>
            <a:r>
              <a:rPr lang="en-US" dirty="0"/>
              <a:t>After you complete this module, you should be able to:</a:t>
            </a:r>
          </a:p>
          <a:p>
            <a:pPr lvl="1">
              <a:buFont typeface="Arial" panose="020B0604020202020204" pitchFamily="34" charset="0"/>
              <a:buChar char="•"/>
            </a:pPr>
            <a:r>
              <a:rPr lang="en-US" dirty="0"/>
              <a:t>Describe the firewall authentication and authorization process and firewall components</a:t>
            </a:r>
          </a:p>
          <a:p>
            <a:pPr lvl="1">
              <a:buFont typeface="Arial" panose="020B0604020202020204" pitchFamily="34" charset="0"/>
              <a:buChar char="•"/>
            </a:pPr>
            <a:r>
              <a:rPr lang="en-US" dirty="0"/>
              <a:t>Create a local firewall administrator account</a:t>
            </a:r>
          </a:p>
          <a:p>
            <a:pPr lvl="1">
              <a:buFont typeface="Arial" panose="020B0604020202020204" pitchFamily="34" charset="0"/>
              <a:buChar char="•"/>
            </a:pPr>
            <a:r>
              <a:rPr lang="en-US" dirty="0"/>
              <a:t>Create a non-local firewall administrator account</a:t>
            </a:r>
          </a:p>
          <a:p>
            <a:pPr lvl="1">
              <a:buFont typeface="Arial" panose="020B0604020202020204" pitchFamily="34" charset="0"/>
              <a:buChar char="•"/>
            </a:pPr>
            <a:r>
              <a:rPr lang="en-US" dirty="0"/>
              <a:t>Create a firewall account that supports non-interactive login</a:t>
            </a:r>
          </a:p>
          <a:p>
            <a:endParaRPr lang="en-US" dirty="0"/>
          </a:p>
        </p:txBody>
      </p:sp>
      <p:sp>
        <p:nvSpPr>
          <p:cNvPr id="4" name="Slide Number Placeholder 3">
            <a:extLst>
              <a:ext uri="{FF2B5EF4-FFF2-40B4-BE49-F238E27FC236}">
                <a16:creationId xmlns:a16="http://schemas.microsoft.com/office/drawing/2014/main" id="{324D96E6-05DA-5866-65A2-C11A595EB848}"/>
              </a:ext>
            </a:extLst>
          </p:cNvPr>
          <p:cNvSpPr>
            <a:spLocks noGrp="1"/>
          </p:cNvSpPr>
          <p:nvPr>
            <p:ph type="sldNum" sz="quarter" idx="5"/>
          </p:nvPr>
        </p:nvSpPr>
        <p:spPr/>
        <p:txBody>
          <a:bodyPr/>
          <a:lstStyle/>
          <a:p>
            <a:fld id="{7DCE12D4-4BD6-4582-9E40-12C872CCF99F}" type="slidenum">
              <a:rPr lang="en-US" smtClean="0"/>
              <a:t>7</a:t>
            </a:fld>
            <a:endParaRPr lang="en-US"/>
          </a:p>
        </p:txBody>
      </p:sp>
    </p:spTree>
    <p:extLst>
      <p:ext uri="{BB962C8B-B14F-4D97-AF65-F5344CB8AC3E}">
        <p14:creationId xmlns:p14="http://schemas.microsoft.com/office/powerpoint/2010/main" val="4067704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CE12D4-4BD6-4582-9E40-12C872CCF99F}" type="slidenum">
              <a:rPr lang="en-US" smtClean="0"/>
              <a:t>8</a:t>
            </a:fld>
            <a:endParaRPr lang="en-US"/>
          </a:p>
        </p:txBody>
      </p:sp>
    </p:spTree>
    <p:extLst>
      <p:ext uri="{BB962C8B-B14F-4D97-AF65-F5344CB8AC3E}">
        <p14:creationId xmlns:p14="http://schemas.microsoft.com/office/powerpoint/2010/main" val="1107493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3456A-FA39-BEF6-501E-F53F44854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5C3E-B540-1481-A5B0-13D2F7C43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480D3-DED7-8A40-68AE-6E8915062399}"/>
              </a:ext>
            </a:extLst>
          </p:cNvPr>
          <p:cNvSpPr>
            <a:spLocks noGrp="1"/>
          </p:cNvSpPr>
          <p:nvPr>
            <p:ph type="body" idx="1"/>
          </p:nvPr>
        </p:nvSpPr>
        <p:spPr/>
        <p:txBody>
          <a:bodyPr/>
          <a:lstStyle/>
          <a:p>
            <a:r>
              <a:rPr lang="en-US" dirty="0"/>
              <a:t>By default, only the predefined </a:t>
            </a:r>
            <a:r>
              <a:rPr lang="en-US" i="1" dirty="0"/>
              <a:t>admin</a:t>
            </a:r>
            <a:r>
              <a:rPr lang="en-US" dirty="0"/>
              <a:t> account has access to the firewall. However, you can add administrator accounts to the firewall for delegation and auditing purposes. Each additional administrator account you create can have its administrative privileges. Specify administrative privileges by creating one or more Admin Role Profiles with specific privileges, and then assign an Admin Role Profile to each administrator account.</a:t>
            </a:r>
          </a:p>
          <a:p>
            <a:r>
              <a:rPr lang="en-US" dirty="0"/>
              <a:t>PAN-OS</a:t>
            </a:r>
            <a:r>
              <a:rPr lang="en-US" baseline="30000" dirty="0"/>
              <a:t>®</a:t>
            </a:r>
            <a:r>
              <a:rPr lang="en-US" dirty="0"/>
              <a:t> software provides flexibility when administrator accounts and admin roles are created. You can create and manage accounts and admin roles locally on the firewall or incorporate a supported authentication, authorization, and accounting service. PAN-OS software supports remote user accounts in Active Directory, Kerberos, LDAP, RADIUS, TACACS+, and SAML. PAN-OS software supports remote role assignment in RADIUS or TACACS+ using Vendor-Specific Attributes (VSAs).</a:t>
            </a:r>
          </a:p>
          <a:p>
            <a:r>
              <a:rPr lang="en-US" dirty="0"/>
              <a:t>No matter which user changes the running configuration, all changes are logged in the firewall’s System and Configuration logs. The System log records the time an administrator logs in, and the Configuration log records any changes they make. </a:t>
            </a:r>
          </a:p>
          <a:p>
            <a:r>
              <a:rPr lang="en-US" dirty="0"/>
              <a:t>To create a local administrator account:</a:t>
            </a:r>
          </a:p>
          <a:p>
            <a:pPr marL="502920" lvl="1" indent="-228600">
              <a:buFont typeface="+mj-lt"/>
              <a:buAutoNum type="arabicPeriod"/>
            </a:pPr>
            <a:r>
              <a:rPr lang="en-US" dirty="0"/>
              <a:t>Create an Admin Role Profile.</a:t>
            </a:r>
          </a:p>
          <a:p>
            <a:pPr marL="502920" lvl="1" indent="-228600">
              <a:buFont typeface="+mj-lt"/>
              <a:buAutoNum type="arabicPeriod"/>
            </a:pPr>
            <a:r>
              <a:rPr lang="en-US" dirty="0"/>
              <a:t>Create a local administrator account.</a:t>
            </a:r>
          </a:p>
          <a:p>
            <a:r>
              <a:rPr lang="en-US" dirty="0"/>
              <a:t>To create a non-local administrator account:</a:t>
            </a:r>
          </a:p>
          <a:p>
            <a:pPr marL="502920" lvl="1" indent="-228600">
              <a:buFont typeface="+mj-lt"/>
              <a:buAutoNum type="arabicPeriod"/>
            </a:pPr>
            <a:r>
              <a:rPr lang="en-US" dirty="0"/>
              <a:t>Create an Admin Role Profile.</a:t>
            </a:r>
          </a:p>
          <a:p>
            <a:pPr marL="502920" lvl="1" indent="-228600">
              <a:buFont typeface="+mj-lt"/>
              <a:buAutoNum type="arabicPeriod"/>
            </a:pPr>
            <a:r>
              <a:rPr lang="en-US" dirty="0"/>
              <a:t>Create a Server Profile.</a:t>
            </a:r>
          </a:p>
          <a:p>
            <a:pPr marL="502920" lvl="1" indent="-228600">
              <a:buFont typeface="+mj-lt"/>
              <a:buAutoNum type="arabicPeriod"/>
            </a:pPr>
            <a:r>
              <a:rPr lang="en-US" dirty="0"/>
              <a:t>Create an Authentication Profile.</a:t>
            </a:r>
          </a:p>
          <a:p>
            <a:pPr marL="502920" lvl="1" indent="-228600">
              <a:buFont typeface="+mj-lt"/>
              <a:buAutoNum type="arabicPeriod"/>
            </a:pPr>
            <a:r>
              <a:rPr lang="en-US" dirty="0"/>
              <a:t>Create an authentication sequence (optional).</a:t>
            </a:r>
          </a:p>
          <a:p>
            <a:pPr marL="502920" lvl="1" indent="-228600">
              <a:buFont typeface="+mj-lt"/>
              <a:buAutoNum type="arabicPeriod"/>
            </a:pPr>
            <a:r>
              <a:rPr lang="en-US" dirty="0"/>
              <a:t>Create a non-local administrator account.</a:t>
            </a:r>
          </a:p>
          <a:p>
            <a:endParaRPr lang="en-US" dirty="0"/>
          </a:p>
        </p:txBody>
      </p:sp>
      <p:sp>
        <p:nvSpPr>
          <p:cNvPr id="4" name="Slide Number Placeholder 3">
            <a:extLst>
              <a:ext uri="{FF2B5EF4-FFF2-40B4-BE49-F238E27FC236}">
                <a16:creationId xmlns:a16="http://schemas.microsoft.com/office/drawing/2014/main" id="{4354D215-6387-F25E-173B-CC4C132874ED}"/>
              </a:ext>
            </a:extLst>
          </p:cNvPr>
          <p:cNvSpPr>
            <a:spLocks noGrp="1"/>
          </p:cNvSpPr>
          <p:nvPr>
            <p:ph type="sldNum" sz="quarter" idx="5"/>
          </p:nvPr>
        </p:nvSpPr>
        <p:spPr/>
        <p:txBody>
          <a:bodyPr/>
          <a:lstStyle/>
          <a:p>
            <a:fld id="{7DCE12D4-4BD6-4582-9E40-12C872CCF99F}" type="slidenum">
              <a:rPr lang="en-US" smtClean="0"/>
              <a:t>9</a:t>
            </a:fld>
            <a:endParaRPr lang="en-US"/>
          </a:p>
        </p:txBody>
      </p:sp>
    </p:spTree>
    <p:extLst>
      <p:ext uri="{BB962C8B-B14F-4D97-AF65-F5344CB8AC3E}">
        <p14:creationId xmlns:p14="http://schemas.microsoft.com/office/powerpoint/2010/main" val="126405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DD9FD-FFAA-63C1-F4DE-AA3066EFA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ACDE3-725B-4F1C-BAC8-140B8CFEA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D3F8B1-0E03-2B19-3FDB-349AF94EC5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9CCE0A-FBEF-64C8-267F-616216D7D96E}"/>
              </a:ext>
            </a:extLst>
          </p:cNvPr>
          <p:cNvSpPr>
            <a:spLocks noGrp="1"/>
          </p:cNvSpPr>
          <p:nvPr>
            <p:ph type="sldNum" sz="quarter" idx="5"/>
          </p:nvPr>
        </p:nvSpPr>
        <p:spPr/>
        <p:txBody>
          <a:bodyPr/>
          <a:lstStyle/>
          <a:p>
            <a:fld id="{7DCE12D4-4BD6-4582-9E40-12C872CCF99F}" type="slidenum">
              <a:rPr lang="en-US" smtClean="0"/>
              <a:t>10</a:t>
            </a:fld>
            <a:endParaRPr lang="en-US"/>
          </a:p>
        </p:txBody>
      </p:sp>
    </p:spTree>
    <p:extLst>
      <p:ext uri="{BB962C8B-B14F-4D97-AF65-F5344CB8AC3E}">
        <p14:creationId xmlns:p14="http://schemas.microsoft.com/office/powerpoint/2010/main" val="794694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DADC3-7B6C-4FAC-867F-6D52BDA16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97820-783C-5591-42A0-92FEEF854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29D01-94A3-404C-AE25-8AA67BC87FF7}"/>
              </a:ext>
            </a:extLst>
          </p:cNvPr>
          <p:cNvSpPr>
            <a:spLocks noGrp="1"/>
          </p:cNvSpPr>
          <p:nvPr>
            <p:ph type="body" idx="1"/>
          </p:nvPr>
        </p:nvSpPr>
        <p:spPr/>
        <p:txBody>
          <a:bodyPr/>
          <a:lstStyle/>
          <a:p>
            <a:r>
              <a:rPr lang="en-US" dirty="0"/>
              <a:t>PAN-OS software supports three authentication services: local, external, and multi-factor authentication (or MFA).</a:t>
            </a:r>
          </a:p>
          <a:p>
            <a:r>
              <a:rPr lang="en-US" dirty="0"/>
              <a:t>The local authentication services are labeled “local” because they operate on the firewall itself. There are two local authentication services: local without a database and local with a database. </a:t>
            </a:r>
          </a:p>
          <a:p>
            <a:r>
              <a:rPr lang="en-US" dirty="0"/>
              <a:t>In local authentication without a database, the administrator’s username and password information is stored on the firewall in the XML configuration file of the firewall. User accounts stored in the XML configuration file can be used only to authenticate logins to the firewall. The firewall cannot use this authentication service to authenticate user traffic flowing </a:t>
            </a:r>
            <a:r>
              <a:rPr lang="en-US" i="1" dirty="0"/>
              <a:t>through</a:t>
            </a:r>
            <a:r>
              <a:rPr lang="en-US" dirty="0"/>
              <a:t> the firewall.</a:t>
            </a:r>
          </a:p>
          <a:p>
            <a:r>
              <a:rPr lang="en-US" dirty="0"/>
              <a:t>In local authentication with a database, username and password information is stored on the firewall in a local user database. The firewall can use this service to authenticate logins </a:t>
            </a:r>
            <a:r>
              <a:rPr lang="en-US" i="1" dirty="0"/>
              <a:t>to</a:t>
            </a:r>
            <a:r>
              <a:rPr lang="en-US" dirty="0"/>
              <a:t> the firewall and user traffic flowing </a:t>
            </a:r>
            <a:r>
              <a:rPr lang="en-US" i="1" dirty="0"/>
              <a:t>through</a:t>
            </a:r>
            <a:r>
              <a:rPr lang="en-US" dirty="0"/>
              <a:t> the firewall.</a:t>
            </a:r>
          </a:p>
          <a:p>
            <a:r>
              <a:rPr lang="en-US" dirty="0"/>
              <a:t>The external authentication services are labeled “external” because they operate outside the firewall. Five external authentication services are supported: Kerberos, LDAP, RADIUS, TACACS+, and SAML. The firewall can use all these services to authenticate logins </a:t>
            </a:r>
            <a:r>
              <a:rPr lang="en-US" i="1" dirty="0"/>
              <a:t>to</a:t>
            </a:r>
            <a:r>
              <a:rPr lang="en-US" dirty="0"/>
              <a:t> the firewall and user traffic flowing </a:t>
            </a:r>
            <a:r>
              <a:rPr lang="en-US" i="1" dirty="0"/>
              <a:t>through</a:t>
            </a:r>
            <a:r>
              <a:rPr lang="en-US" dirty="0"/>
              <a:t> the firewall. </a:t>
            </a:r>
          </a:p>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You can configure Multi-Factor Authentication (MFA) to ensure that each user authenticates using multiple methods (factors) when accessing highly sensitive services and applications. For example, you can force administrators to enter a login name and password and then enter a verification code that they receive by phone before allowing the administrator to access the web management interface of the firewall. This approach helps prevent attackers from gaining access to or through the firewall. </a:t>
            </a:r>
            <a:r>
              <a:rPr lang="en-US" dirty="0"/>
              <a:t>PAN-OS software supports four MFA vendors. </a:t>
            </a:r>
          </a:p>
          <a:p>
            <a:r>
              <a:rPr lang="en-US" dirty="0"/>
              <a:t>Notice that every authentication service except the local-without-a-database service requires an Authentication Profile. The firewall uses an Authentication Profile to link users to a specific authentication service. Only those authentication services that use an Authentication Profile can authenticate user traffic flowing </a:t>
            </a:r>
            <a:r>
              <a:rPr lang="en-US" i="1" dirty="0"/>
              <a:t>through</a:t>
            </a:r>
            <a:r>
              <a:rPr lang="en-US" dirty="0"/>
              <a:t> the firewall.</a:t>
            </a:r>
          </a:p>
          <a:p>
            <a:endParaRPr lang="en-US" dirty="0"/>
          </a:p>
        </p:txBody>
      </p:sp>
      <p:sp>
        <p:nvSpPr>
          <p:cNvPr id="4" name="Slide Number Placeholder 3">
            <a:extLst>
              <a:ext uri="{FF2B5EF4-FFF2-40B4-BE49-F238E27FC236}">
                <a16:creationId xmlns:a16="http://schemas.microsoft.com/office/drawing/2014/main" id="{9BF7FA80-AA68-E358-2BE6-FA5B953B703E}"/>
              </a:ext>
            </a:extLst>
          </p:cNvPr>
          <p:cNvSpPr>
            <a:spLocks noGrp="1"/>
          </p:cNvSpPr>
          <p:nvPr>
            <p:ph type="sldNum" sz="quarter" idx="5"/>
          </p:nvPr>
        </p:nvSpPr>
        <p:spPr/>
        <p:txBody>
          <a:bodyPr/>
          <a:lstStyle/>
          <a:p>
            <a:fld id="{7DCE12D4-4BD6-4582-9E40-12C872CCF99F}" type="slidenum">
              <a:rPr lang="en-US" smtClean="0"/>
              <a:t>11</a:t>
            </a:fld>
            <a:endParaRPr lang="en-US"/>
          </a:p>
        </p:txBody>
      </p:sp>
    </p:spTree>
    <p:extLst>
      <p:ext uri="{BB962C8B-B14F-4D97-AF65-F5344CB8AC3E}">
        <p14:creationId xmlns:p14="http://schemas.microsoft.com/office/powerpoint/2010/main" val="1622009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B6BA0-4BB6-E7CF-DA5C-CB8D70657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C8CC8-2F4F-8683-89E2-8E8C35702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8F3FD-07CF-BF9E-8CC5-32FC73E36991}"/>
              </a:ext>
            </a:extLst>
          </p:cNvPr>
          <p:cNvSpPr>
            <a:spLocks noGrp="1"/>
          </p:cNvSpPr>
          <p:nvPr>
            <p:ph type="body" idx="1"/>
          </p:nvPr>
        </p:nvSpPr>
        <p:spPr/>
        <p:txBody>
          <a:bodyPr/>
          <a:lstStyle/>
          <a:p>
            <a:r>
              <a:rPr lang="en-US" dirty="0"/>
              <a:t>The firewall authenticates users in two scenarios. First, the firewall authenticates any administrative user connecting to the firewall to access firewall services, such as the firewall web interface. Second, you can configure the firewall to authenticate users accessing network resources </a:t>
            </a:r>
            <a:r>
              <a:rPr lang="en-US" i="1" dirty="0"/>
              <a:t>through</a:t>
            </a:r>
            <a:r>
              <a:rPr lang="en-US" dirty="0"/>
              <a:t> a firewall, such as user1 accessing the internet. </a:t>
            </a:r>
          </a:p>
          <a:p>
            <a:r>
              <a:rPr lang="en-US" dirty="0"/>
              <a:t>In the first scenario, the firewall verifies user credentials before granting access to services running on the firewall. In the example, the firewall prompts the user </a:t>
            </a:r>
            <a:r>
              <a:rPr lang="en-US" i="1" dirty="0"/>
              <a:t>admin</a:t>
            </a:r>
            <a:r>
              <a:rPr lang="en-US" dirty="0"/>
              <a:t> for their credentials before the firewall grants access to the web interface or XML API interface, the command-line interface, or the console port. </a:t>
            </a:r>
          </a:p>
          <a:p>
            <a:r>
              <a:rPr lang="en-US" dirty="0"/>
              <a:t>In the second scenario, the firewall can be configured through an Authentication policy to prompt users for their credentials before the firewall grants access to network services. In the example, the firewall prompts user1 for their credentials before it will grant the user access to the website.</a:t>
            </a:r>
          </a:p>
          <a:p>
            <a:endParaRPr lang="en-US" dirty="0"/>
          </a:p>
        </p:txBody>
      </p:sp>
      <p:sp>
        <p:nvSpPr>
          <p:cNvPr id="4" name="Slide Number Placeholder 3">
            <a:extLst>
              <a:ext uri="{FF2B5EF4-FFF2-40B4-BE49-F238E27FC236}">
                <a16:creationId xmlns:a16="http://schemas.microsoft.com/office/drawing/2014/main" id="{BF192233-8020-8F78-8C28-7C7263325032}"/>
              </a:ext>
            </a:extLst>
          </p:cNvPr>
          <p:cNvSpPr>
            <a:spLocks noGrp="1"/>
          </p:cNvSpPr>
          <p:nvPr>
            <p:ph type="sldNum" sz="quarter" idx="5"/>
          </p:nvPr>
        </p:nvSpPr>
        <p:spPr/>
        <p:txBody>
          <a:bodyPr/>
          <a:lstStyle/>
          <a:p>
            <a:fld id="{7DCE12D4-4BD6-4582-9E40-12C872CCF99F}" type="slidenum">
              <a:rPr lang="en-US" smtClean="0"/>
              <a:t>12</a:t>
            </a:fld>
            <a:endParaRPr lang="en-US"/>
          </a:p>
        </p:txBody>
      </p:sp>
    </p:spTree>
    <p:extLst>
      <p:ext uri="{BB962C8B-B14F-4D97-AF65-F5344CB8AC3E}">
        <p14:creationId xmlns:p14="http://schemas.microsoft.com/office/powerpoint/2010/main" val="3275284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F1D7E-57E7-FC18-AE7B-7CAB889FA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272E0-F168-70AC-4073-70A86CE2D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95CBA7-4FC1-5D90-3CD8-15398A6F095D}"/>
              </a:ext>
            </a:extLst>
          </p:cNvPr>
          <p:cNvSpPr>
            <a:spLocks noGrp="1"/>
          </p:cNvSpPr>
          <p:nvPr>
            <p:ph type="body" idx="1"/>
          </p:nvPr>
        </p:nvSpPr>
        <p:spPr/>
        <p:txBody>
          <a:bodyPr/>
          <a:lstStyle/>
          <a:p>
            <a:r>
              <a:rPr lang="en-US" dirty="0"/>
              <a:t>The method used to authenticate users to the firewall depends on where you configure the Authentication Profile of the user. </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An Authentication Profile defines the authentication service that validates the login credentials. </a:t>
            </a:r>
            <a:r>
              <a:rPr lang="en-US" dirty="0"/>
              <a:t>You can configure each user individually on the firewall with their Authentication Profile that points to an authentication service. Or you can configure all users on a firewall to use the same Authentication Profile and authentication service. </a:t>
            </a:r>
          </a:p>
          <a:p>
            <a:r>
              <a:rPr lang="en-US" dirty="0"/>
              <a:t>To individually configure each user with an authentication service, assign an Authentication Profile to a user account when you add the user account to the firewall. In the example, the user Mary is assigned the </a:t>
            </a:r>
            <a:r>
              <a:rPr lang="en-US" b="0" dirty="0"/>
              <a:t>Authentication Profile </a:t>
            </a:r>
            <a:r>
              <a:rPr lang="en-US" b="1" dirty="0" err="1">
                <a:latin typeface="Times New Roman" panose="02020603050405020304" pitchFamily="18" charset="0"/>
                <a:cs typeface="Times New Roman" panose="02020603050405020304" pitchFamily="18" charset="0"/>
              </a:rPr>
              <a:t>LDAP_Auth</a:t>
            </a:r>
            <a:r>
              <a:rPr lang="en-US" dirty="0"/>
              <a:t>, which directs the firewall to use an external LDAP service to authenticate Mary’s credentials. </a:t>
            </a:r>
          </a:p>
          <a:p>
            <a:r>
              <a:rPr lang="en-US" dirty="0"/>
              <a:t>To configure the firewall to authenticate all users using the same authentication service, assign an Authentication Profile to the authentication settings of the firewall. In the example, the </a:t>
            </a:r>
            <a:r>
              <a:rPr lang="en-US" b="0" dirty="0"/>
              <a:t>Authentication Profile </a:t>
            </a:r>
            <a:r>
              <a:rPr lang="en-US" b="1" dirty="0" err="1">
                <a:latin typeface="Times New Roman" panose="02020603050405020304" pitchFamily="18" charset="0"/>
                <a:cs typeface="Times New Roman" panose="02020603050405020304" pitchFamily="18" charset="0"/>
              </a:rPr>
              <a:t>Radius_Auth</a:t>
            </a:r>
            <a:r>
              <a:rPr lang="en-US" dirty="0"/>
              <a:t> is set to the authentication settings of the firewall. All users will have their credentials authenticated by RADIUS. You can configure a firewall's authentication settings to only use RADIUS, TACACS+, or SAML. SAML can authenticate only users using web-based services.</a:t>
            </a:r>
          </a:p>
          <a:p>
            <a:endParaRPr lang="en-US" dirty="0"/>
          </a:p>
        </p:txBody>
      </p:sp>
      <p:sp>
        <p:nvSpPr>
          <p:cNvPr id="4" name="Slide Number Placeholder 3">
            <a:extLst>
              <a:ext uri="{FF2B5EF4-FFF2-40B4-BE49-F238E27FC236}">
                <a16:creationId xmlns:a16="http://schemas.microsoft.com/office/drawing/2014/main" id="{780E72F8-3ED2-E09A-DA68-471D23A0081E}"/>
              </a:ext>
            </a:extLst>
          </p:cNvPr>
          <p:cNvSpPr>
            <a:spLocks noGrp="1"/>
          </p:cNvSpPr>
          <p:nvPr>
            <p:ph type="sldNum" sz="quarter" idx="5"/>
          </p:nvPr>
        </p:nvSpPr>
        <p:spPr/>
        <p:txBody>
          <a:bodyPr/>
          <a:lstStyle/>
          <a:p>
            <a:fld id="{7DCE12D4-4BD6-4582-9E40-12C872CCF99F}" type="slidenum">
              <a:rPr lang="en-US" smtClean="0"/>
              <a:t>13</a:t>
            </a:fld>
            <a:endParaRPr lang="en-US"/>
          </a:p>
        </p:txBody>
      </p:sp>
    </p:spTree>
    <p:extLst>
      <p:ext uri="{BB962C8B-B14F-4D97-AF65-F5344CB8AC3E}">
        <p14:creationId xmlns:p14="http://schemas.microsoft.com/office/powerpoint/2010/main" val="2223428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B8113-8180-DD9A-1828-86BF34175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398D0-BF94-0106-9F69-BABB35107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B41DF-00ED-AC90-E7CC-F859AFE6C6F3}"/>
              </a:ext>
            </a:extLst>
          </p:cNvPr>
          <p:cNvSpPr>
            <a:spLocks noGrp="1"/>
          </p:cNvSpPr>
          <p:nvPr>
            <p:ph type="body" idx="1"/>
          </p:nvPr>
        </p:nvSpPr>
        <p:spPr/>
        <p:txBody>
          <a:bodyPr/>
          <a:lstStyle/>
          <a:p>
            <a:r>
              <a:rPr lang="en-US" dirty="0"/>
              <a:t>You also can configure the firewall to authenticate user credentials when users attempt to access network resources </a:t>
            </a:r>
            <a:r>
              <a:rPr lang="en-US" i="1" dirty="0"/>
              <a:t>through</a:t>
            </a:r>
            <a:r>
              <a:rPr lang="en-US" dirty="0"/>
              <a:t> the firewall. In this scenario, you do not assign an Authentication Profile to an individual user or the </a:t>
            </a:r>
            <a:r>
              <a:rPr lang="en-US" b="0" dirty="0"/>
              <a:t>authentication settings </a:t>
            </a:r>
            <a:r>
              <a:rPr lang="en-US" dirty="0"/>
              <a:t>of the firewall. Instead, you assign an Authentication Profile to an Authentication policy via an authentication enforcement object. This configuration is shown here.</a:t>
            </a:r>
          </a:p>
          <a:p>
            <a:r>
              <a:rPr lang="en-US" dirty="0"/>
              <a:t>In the example, Mary attempts to access Salesforce through the firewall. The web request matches a rule in the Authentication policy. The rule’s action is to invoke an </a:t>
            </a:r>
            <a:r>
              <a:rPr lang="en-US" b="0" dirty="0"/>
              <a:t>authentication enforcement </a:t>
            </a:r>
            <a:r>
              <a:rPr lang="en-US" dirty="0"/>
              <a:t>object labeled </a:t>
            </a:r>
            <a:r>
              <a:rPr lang="en-US" b="1" dirty="0">
                <a:latin typeface="Times New Roman" panose="02020603050405020304" pitchFamily="18" charset="0"/>
                <a:cs typeface="Times New Roman" panose="02020603050405020304" pitchFamily="18" charset="0"/>
              </a:rPr>
              <a:t>Web-Form-LDAP</a:t>
            </a:r>
            <a:r>
              <a:rPr lang="en-US" dirty="0"/>
              <a:t>. The </a:t>
            </a:r>
            <a:r>
              <a:rPr lang="en-US" b="1" dirty="0">
                <a:latin typeface="Times New Roman" panose="02020603050405020304" pitchFamily="18" charset="0"/>
                <a:cs typeface="Times New Roman" panose="02020603050405020304" pitchFamily="18" charset="0"/>
              </a:rPr>
              <a:t>Web-Form-LDAP</a:t>
            </a:r>
            <a:r>
              <a:rPr lang="en-US" dirty="0"/>
              <a:t> object is linked to an </a:t>
            </a:r>
            <a:r>
              <a:rPr lang="en-US" b="0" dirty="0"/>
              <a:t>Authentication Profile labeled </a:t>
            </a:r>
            <a:r>
              <a:rPr lang="en-US" b="1" dirty="0" err="1"/>
              <a:t>LDAP_Auth</a:t>
            </a:r>
            <a:r>
              <a:rPr lang="en-US" b="1" dirty="0"/>
              <a:t> </a:t>
            </a:r>
            <a:r>
              <a:rPr lang="en-US" dirty="0"/>
              <a:t>linked to an external LDAP service. The firewall will prompt Mary for her credentials and then authenticate those credentials using the LDAP service. </a:t>
            </a:r>
          </a:p>
          <a:p>
            <a:endParaRPr lang="en-US" dirty="0"/>
          </a:p>
        </p:txBody>
      </p:sp>
      <p:sp>
        <p:nvSpPr>
          <p:cNvPr id="4" name="Slide Number Placeholder 3">
            <a:extLst>
              <a:ext uri="{FF2B5EF4-FFF2-40B4-BE49-F238E27FC236}">
                <a16:creationId xmlns:a16="http://schemas.microsoft.com/office/drawing/2014/main" id="{8246E6CB-48E9-69E4-B2C6-02BB8EDB9945}"/>
              </a:ext>
            </a:extLst>
          </p:cNvPr>
          <p:cNvSpPr>
            <a:spLocks noGrp="1"/>
          </p:cNvSpPr>
          <p:nvPr>
            <p:ph type="sldNum" sz="quarter" idx="5"/>
          </p:nvPr>
        </p:nvSpPr>
        <p:spPr/>
        <p:txBody>
          <a:bodyPr/>
          <a:lstStyle/>
          <a:p>
            <a:fld id="{7DCE12D4-4BD6-4582-9E40-12C872CCF99F}" type="slidenum">
              <a:rPr lang="en-US" smtClean="0"/>
              <a:t>14</a:t>
            </a:fld>
            <a:endParaRPr lang="en-US"/>
          </a:p>
        </p:txBody>
      </p:sp>
    </p:spTree>
    <p:extLst>
      <p:ext uri="{BB962C8B-B14F-4D97-AF65-F5344CB8AC3E}">
        <p14:creationId xmlns:p14="http://schemas.microsoft.com/office/powerpoint/2010/main" val="2110522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C2682-C43E-B190-6EEC-4CC6CCC11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B5EA7-F99D-8BEF-4FF0-328793B25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E927F7-4FD2-3971-B64F-73FC5451844F}"/>
              </a:ext>
            </a:extLst>
          </p:cNvPr>
          <p:cNvSpPr>
            <a:spLocks noGrp="1"/>
          </p:cNvSpPr>
          <p:nvPr>
            <p:ph type="body" idx="1"/>
          </p:nvPr>
        </p:nvSpPr>
        <p:spPr/>
        <p:txBody>
          <a:bodyPr/>
          <a:lstStyle/>
          <a:p>
            <a:r>
              <a:rPr lang="en-US" dirty="0"/>
              <a:t>After authentication, a user connecting </a:t>
            </a:r>
            <a:r>
              <a:rPr lang="en-US" i="1" dirty="0"/>
              <a:t>to</a:t>
            </a:r>
            <a:r>
              <a:rPr lang="en-US" dirty="0"/>
              <a:t> the firewall will attempt to view information or modify configuration settings. Users can be authorized to perform activities on the firewall through Admin Role Profiles. An Admin Role Profile contains a set of permissions granted to a user when an Admin Role Profile is assigned to the user. </a:t>
            </a:r>
          </a:p>
          <a:p>
            <a:r>
              <a:rPr lang="en-US" dirty="0"/>
              <a:t>There are two types of Admin Role Profiles. Dynamic Admin Role Profiles are built-in and have a predefined set of permissions. These permissions control what a user can or cannot do on a firewall using the web interface, CLI commands, XML, or REST APIs. </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When new features are added, the firewall automatically updates the definitions of dynamic roles; you never need to update them manually. </a:t>
            </a:r>
            <a:r>
              <a:rPr lang="en-US" dirty="0"/>
              <a:t>Role-Based Admin Role Profiles are c</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ustom roles you can configure for more granular access control over the functional areas of the web interface, CLI commands, </a:t>
            </a:r>
            <a:r>
              <a:rPr lang="en-US" dirty="0"/>
              <a:t>XML API, and REST API.</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For example, you can create an Admin Role profile for your operations staff that provides access to the web interface's firewall and network configuration areas and a separate profile for your security administrators that allows access to security policy definitions, logs, and reports. </a:t>
            </a:r>
            <a:endParaRPr lang="en-US" dirty="0"/>
          </a:p>
          <a:p>
            <a:r>
              <a:rPr lang="en-US" dirty="0"/>
              <a:t>If you have configured user authentication of traffic flowing </a:t>
            </a:r>
            <a:r>
              <a:rPr lang="en-US" i="1" dirty="0"/>
              <a:t>through</a:t>
            </a:r>
            <a:r>
              <a:rPr lang="en-US" dirty="0"/>
              <a:t> the firewall to network resources, users are granted access to network resources by configuring application-based Security policy rules. You also must configure an Authentication policy to authenticate users accessing network resources </a:t>
            </a:r>
            <a:r>
              <a:rPr lang="en-US" i="1" dirty="0"/>
              <a:t>through</a:t>
            </a:r>
            <a:r>
              <a:rPr lang="en-US" dirty="0"/>
              <a:t> the firewall. </a:t>
            </a:r>
          </a:p>
          <a:p>
            <a:endParaRPr lang="en-US" dirty="0"/>
          </a:p>
        </p:txBody>
      </p:sp>
      <p:sp>
        <p:nvSpPr>
          <p:cNvPr id="4" name="Slide Number Placeholder 3">
            <a:extLst>
              <a:ext uri="{FF2B5EF4-FFF2-40B4-BE49-F238E27FC236}">
                <a16:creationId xmlns:a16="http://schemas.microsoft.com/office/drawing/2014/main" id="{5D945894-9D0B-A49A-2F85-796AADCDA96E}"/>
              </a:ext>
            </a:extLst>
          </p:cNvPr>
          <p:cNvSpPr>
            <a:spLocks noGrp="1"/>
          </p:cNvSpPr>
          <p:nvPr>
            <p:ph type="sldNum" sz="quarter" idx="5"/>
          </p:nvPr>
        </p:nvSpPr>
        <p:spPr/>
        <p:txBody>
          <a:bodyPr/>
          <a:lstStyle/>
          <a:p>
            <a:fld id="{7DCE12D4-4BD6-4582-9E40-12C872CCF99F}" type="slidenum">
              <a:rPr lang="en-US" smtClean="0"/>
              <a:t>15</a:t>
            </a:fld>
            <a:endParaRPr lang="en-US"/>
          </a:p>
        </p:txBody>
      </p:sp>
    </p:spTree>
    <p:extLst>
      <p:ext uri="{BB962C8B-B14F-4D97-AF65-F5344CB8AC3E}">
        <p14:creationId xmlns:p14="http://schemas.microsoft.com/office/powerpoint/2010/main" val="2384776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86025-FE49-CBAA-4540-E83A4125C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D08F4-0A6C-804B-1A63-31C08CD90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3304C7-0150-C5CC-F758-34047C1030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ECF1E4-520C-5719-A304-7A41A0F3223A}"/>
              </a:ext>
            </a:extLst>
          </p:cNvPr>
          <p:cNvSpPr>
            <a:spLocks noGrp="1"/>
          </p:cNvSpPr>
          <p:nvPr>
            <p:ph type="sldNum" sz="quarter" idx="5"/>
          </p:nvPr>
        </p:nvSpPr>
        <p:spPr/>
        <p:txBody>
          <a:bodyPr/>
          <a:lstStyle/>
          <a:p>
            <a:fld id="{7DCE12D4-4BD6-4582-9E40-12C872CCF99F}" type="slidenum">
              <a:rPr lang="en-US" smtClean="0"/>
              <a:t>16</a:t>
            </a:fld>
            <a:endParaRPr lang="en-US"/>
          </a:p>
        </p:txBody>
      </p:sp>
    </p:spTree>
    <p:extLst>
      <p:ext uri="{BB962C8B-B14F-4D97-AF65-F5344CB8AC3E}">
        <p14:creationId xmlns:p14="http://schemas.microsoft.com/office/powerpoint/2010/main" val="3725110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0DBC1-EEA8-0F33-CAA9-F26FA993F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7B973-0013-1467-29FE-366DBA7CB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2EA16-9A8B-FFC6-BC4C-79C33FED2A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D2CA70-F9E6-86C8-0C94-377A99541B88}"/>
              </a:ext>
            </a:extLst>
          </p:cNvPr>
          <p:cNvSpPr>
            <a:spLocks noGrp="1"/>
          </p:cNvSpPr>
          <p:nvPr>
            <p:ph type="sldNum" sz="quarter" idx="5"/>
          </p:nvPr>
        </p:nvSpPr>
        <p:spPr/>
        <p:txBody>
          <a:bodyPr/>
          <a:lstStyle/>
          <a:p>
            <a:fld id="{7DCE12D4-4BD6-4582-9E40-12C872CCF99F}" type="slidenum">
              <a:rPr lang="en-US" smtClean="0"/>
              <a:t>17</a:t>
            </a:fld>
            <a:endParaRPr lang="en-US"/>
          </a:p>
        </p:txBody>
      </p:sp>
    </p:spTree>
    <p:extLst>
      <p:ext uri="{BB962C8B-B14F-4D97-AF65-F5344CB8AC3E}">
        <p14:creationId xmlns:p14="http://schemas.microsoft.com/office/powerpoint/2010/main" val="3201250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2108A-5C8A-1CF7-EB1B-9401EDBD5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0B588-90C3-34AF-C1F3-9EC4D8858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E6FAE-08D3-F1AF-CBC3-9DD04D245B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six Dynamic Admin Roles with predefined privileges labeled Superuser, Superuser (read-only), Device administrator, Device administrator (read-only), and, if your firewall is capable of virtual systems, Virtual system administrator and Virtual system administrator (read-only). These are Dynamic Profiles because they are updated automatically when new capabilities are added to the PAN-OS software, and you cannot manually modify their permissions. The primary permissions difference between the Superuser role and a </a:t>
            </a:r>
            <a:r>
              <a:rPr lang="en-US" i="0" dirty="0"/>
              <a:t>Device administrator is that a Device administrator </a:t>
            </a:r>
            <a:r>
              <a:rPr lang="en-US" dirty="0"/>
              <a:t>cannot define new accounts or virtual systems. A </a:t>
            </a:r>
            <a:r>
              <a:rPr lang="en-US" i="0" dirty="0"/>
              <a:t>Virtual system administrator </a:t>
            </a:r>
            <a:r>
              <a:rPr lang="en-US" dirty="0"/>
              <a:t>can manage only those virtual systems assigned to them. </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 virtual system administrator cannot access the firewall’s network-level functions such as network interfaces, VLANs, virtual wires, virtual routers, IPSec tunnels, GRE tunnels, DHCP, DNS Proxy, QoS, LLDP, or network profiles. </a:t>
            </a:r>
            <a:r>
              <a:rPr lang="en-US" dirty="0"/>
              <a:t>Read-only roles mean you can read (view) data but not modify it.</a:t>
            </a:r>
          </a:p>
          <a:p>
            <a:endParaRPr lang="en-US" dirty="0"/>
          </a:p>
        </p:txBody>
      </p:sp>
      <p:sp>
        <p:nvSpPr>
          <p:cNvPr id="4" name="Slide Number Placeholder 3">
            <a:extLst>
              <a:ext uri="{FF2B5EF4-FFF2-40B4-BE49-F238E27FC236}">
                <a16:creationId xmlns:a16="http://schemas.microsoft.com/office/drawing/2014/main" id="{92C1E56F-0091-7D57-B8B7-926A8DC6010D}"/>
              </a:ext>
            </a:extLst>
          </p:cNvPr>
          <p:cNvSpPr>
            <a:spLocks noGrp="1"/>
          </p:cNvSpPr>
          <p:nvPr>
            <p:ph type="sldNum" sz="quarter" idx="5"/>
          </p:nvPr>
        </p:nvSpPr>
        <p:spPr/>
        <p:txBody>
          <a:bodyPr/>
          <a:lstStyle/>
          <a:p>
            <a:fld id="{7DCE12D4-4BD6-4582-9E40-12C872CCF99F}" type="slidenum">
              <a:rPr lang="en-US" smtClean="0"/>
              <a:t>18</a:t>
            </a:fld>
            <a:endParaRPr lang="en-US"/>
          </a:p>
        </p:txBody>
      </p:sp>
    </p:spTree>
    <p:extLst>
      <p:ext uri="{BB962C8B-B14F-4D97-AF65-F5344CB8AC3E}">
        <p14:creationId xmlns:p14="http://schemas.microsoft.com/office/powerpoint/2010/main" val="2143367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5B4CE-127E-7E17-FDD6-67DC74E1F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D639BC-F0D7-AF0A-CB1B-23542C248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0F376-CF38-9405-9CA5-36E065950B4B}"/>
              </a:ext>
            </a:extLst>
          </p:cNvPr>
          <p:cNvSpPr>
            <a:spLocks noGrp="1"/>
          </p:cNvSpPr>
          <p:nvPr>
            <p:ph type="body" idx="1"/>
          </p:nvPr>
        </p:nvSpPr>
        <p:spPr/>
        <p:txBody>
          <a:bodyPr/>
          <a:lstStyle/>
          <a:p>
            <a:r>
              <a:rPr lang="en-US" dirty="0"/>
              <a:t>Use the </a:t>
            </a:r>
            <a:r>
              <a:rPr lang="en-US" b="1" dirty="0"/>
              <a:t>Device &gt; Admin Roles </a:t>
            </a:r>
            <a:r>
              <a:rPr lang="en-US" dirty="0"/>
              <a:t>page to define Role-Based</a:t>
            </a:r>
            <a:r>
              <a:rPr lang="en-US" baseline="0" dirty="0"/>
              <a:t> Profiles </a:t>
            </a:r>
            <a:r>
              <a:rPr lang="en-US" dirty="0"/>
              <a:t>that specify sets of custom privileges that you assign to administrative user accounts on the firewall. </a:t>
            </a:r>
          </a:p>
          <a:p>
            <a:r>
              <a:rPr lang="en-US" dirty="0"/>
              <a:t>You define four types of privileges in a Role-Based Profile: </a:t>
            </a:r>
            <a:r>
              <a:rPr lang="en-US" b="1" dirty="0"/>
              <a:t>Web UI</a:t>
            </a:r>
            <a:r>
              <a:rPr lang="en-US" dirty="0"/>
              <a:t>, </a:t>
            </a:r>
            <a:r>
              <a:rPr lang="en-US" b="1" dirty="0"/>
              <a:t>XML</a:t>
            </a:r>
            <a:r>
              <a:rPr lang="en-US" dirty="0"/>
              <a:t> </a:t>
            </a:r>
            <a:r>
              <a:rPr lang="en-US" b="1" dirty="0"/>
              <a:t>API</a:t>
            </a:r>
            <a:r>
              <a:rPr lang="en-US" dirty="0"/>
              <a:t>, </a:t>
            </a:r>
            <a:r>
              <a:rPr lang="en-US" b="1" dirty="0"/>
              <a:t>Command Line</a:t>
            </a:r>
            <a:r>
              <a:rPr lang="en-US" dirty="0"/>
              <a:t>, and </a:t>
            </a:r>
            <a:r>
              <a:rPr lang="en-US" b="1" dirty="0"/>
              <a:t>REST</a:t>
            </a:r>
            <a:r>
              <a:rPr lang="en-US" dirty="0"/>
              <a:t> </a:t>
            </a:r>
            <a:r>
              <a:rPr lang="en-US" b="1" dirty="0"/>
              <a:t>API</a:t>
            </a:r>
            <a:r>
              <a:rPr lang="en-US" dirty="0"/>
              <a:t>. These permissions are represented by four tabs in the web interface, which you use to assign very granular privileges to a Role-Based Profile.</a:t>
            </a:r>
          </a:p>
          <a:p>
            <a:r>
              <a:rPr lang="en-US" dirty="0"/>
              <a:t>Role-based privileges on the </a:t>
            </a:r>
            <a:r>
              <a:rPr lang="en-US" b="1" dirty="0"/>
              <a:t>Command Line </a:t>
            </a:r>
            <a:r>
              <a:rPr lang="en-US" dirty="0"/>
              <a:t>tab are predefined. No customization is possible. The privileges are:</a:t>
            </a:r>
          </a:p>
          <a:p>
            <a:pPr lvl="1">
              <a:buFont typeface="Arial" panose="020B0604020202020204" pitchFamily="34" charset="0"/>
              <a:buChar char="•"/>
            </a:pPr>
            <a:r>
              <a:rPr lang="en-US" b="1" dirty="0"/>
              <a:t>None</a:t>
            </a:r>
            <a:r>
              <a:rPr lang="en-US" dirty="0"/>
              <a:t>: No access granted to the command-line interface</a:t>
            </a:r>
          </a:p>
          <a:p>
            <a:pPr lvl="1">
              <a:buFont typeface="Arial" panose="020B0604020202020204" pitchFamily="34" charset="0"/>
              <a:buChar char="•"/>
            </a:pPr>
            <a:r>
              <a:rPr lang="en-US" b="1" dirty="0"/>
              <a:t>superuser</a:t>
            </a:r>
            <a:r>
              <a:rPr lang="en-US" dirty="0"/>
              <a:t>: </a:t>
            </a:r>
            <a:r>
              <a:rPr lang="en-US" sz="1150" b="0" i="0" kern="1200" dirty="0">
                <a:solidFill>
                  <a:schemeClr val="tx1"/>
                </a:solidFill>
                <a:effectLst/>
                <a:latin typeface="Times New Roman" panose="02020603050405020304" pitchFamily="18" charset="0"/>
                <a:ea typeface="+mn-ea"/>
                <a:cs typeface="Times New Roman" panose="02020603050405020304" pitchFamily="18" charset="0"/>
              </a:rPr>
              <a:t>Full access to the firewall, including defining new administrator accounts and virtual systems. You must have Superuser privileges to create an administrative user with Superuser privileges.</a:t>
            </a:r>
          </a:p>
          <a:p>
            <a:pPr lvl="1">
              <a:buFont typeface="Arial" panose="020B0604020202020204" pitchFamily="34" charset="0"/>
              <a:buChar char="•"/>
            </a:pPr>
            <a:r>
              <a:rPr lang="en-US" b="1" dirty="0" err="1"/>
              <a:t>superreader</a:t>
            </a:r>
            <a:r>
              <a:rPr lang="en-US" dirty="0"/>
              <a:t>: Read-only access to all options of the firewall</a:t>
            </a:r>
          </a:p>
          <a:p>
            <a:pPr lvl="1">
              <a:buFont typeface="Arial" panose="020B0604020202020204" pitchFamily="34" charset="0"/>
              <a:buChar char="•"/>
            </a:pPr>
            <a:r>
              <a:rPr lang="en-US" b="1" dirty="0" err="1"/>
              <a:t>deviceadmin</a:t>
            </a:r>
            <a:r>
              <a:rPr lang="en-US" dirty="0"/>
              <a:t>: </a:t>
            </a:r>
            <a:r>
              <a:rPr lang="en-US" sz="1150" b="0" i="0" kern="1200" dirty="0">
                <a:solidFill>
                  <a:schemeClr val="tx1"/>
                </a:solidFill>
                <a:effectLst/>
                <a:latin typeface="Times New Roman" panose="02020603050405020304" pitchFamily="18" charset="0"/>
                <a:ea typeface="+mn-ea"/>
                <a:cs typeface="Times New Roman" panose="02020603050405020304" pitchFamily="18" charset="0"/>
              </a:rPr>
              <a:t>Full access to all firewall settings except for defining new accounts or virtual systems.</a:t>
            </a:r>
          </a:p>
          <a:p>
            <a:pPr lvl="1">
              <a:buFont typeface="Arial" panose="020B0604020202020204" pitchFamily="34" charset="0"/>
              <a:buChar char="•"/>
            </a:pPr>
            <a:r>
              <a:rPr lang="en-US" b="1" dirty="0" err="1"/>
              <a:t>devicereader</a:t>
            </a:r>
            <a:r>
              <a:rPr lang="en-US" dirty="0"/>
              <a:t>: </a:t>
            </a:r>
            <a:r>
              <a:rPr lang="en-US" sz="1150" b="0" i="0" kern="1200" dirty="0">
                <a:solidFill>
                  <a:schemeClr val="tx1"/>
                </a:solidFill>
                <a:effectLst/>
                <a:latin typeface="Times New Roman" panose="02020603050405020304" pitchFamily="18" charset="0"/>
                <a:ea typeface="+mn-ea"/>
                <a:cs typeface="Times New Roman" panose="02020603050405020304" pitchFamily="18" charset="0"/>
              </a:rPr>
              <a:t>Read-only access to all firewall settings except password profiles (no access) and administrator accounts (only the logged-in account is visible).</a:t>
            </a:r>
            <a:endParaRPr lang="en-US" dirty="0"/>
          </a:p>
          <a:p>
            <a:endParaRPr lang="en-US" dirty="0"/>
          </a:p>
        </p:txBody>
      </p:sp>
      <p:sp>
        <p:nvSpPr>
          <p:cNvPr id="4" name="Slide Number Placeholder 3">
            <a:extLst>
              <a:ext uri="{FF2B5EF4-FFF2-40B4-BE49-F238E27FC236}">
                <a16:creationId xmlns:a16="http://schemas.microsoft.com/office/drawing/2014/main" id="{E78C792D-90F5-E966-7ED0-9245C7717C08}"/>
              </a:ext>
            </a:extLst>
          </p:cNvPr>
          <p:cNvSpPr>
            <a:spLocks noGrp="1"/>
          </p:cNvSpPr>
          <p:nvPr>
            <p:ph type="sldNum" sz="quarter" idx="5"/>
          </p:nvPr>
        </p:nvSpPr>
        <p:spPr/>
        <p:txBody>
          <a:bodyPr/>
          <a:lstStyle/>
          <a:p>
            <a:fld id="{7DCE12D4-4BD6-4582-9E40-12C872CCF99F}" type="slidenum">
              <a:rPr lang="en-US" smtClean="0"/>
              <a:t>19</a:t>
            </a:fld>
            <a:endParaRPr lang="en-US"/>
          </a:p>
        </p:txBody>
      </p:sp>
    </p:spTree>
    <p:extLst>
      <p:ext uri="{BB962C8B-B14F-4D97-AF65-F5344CB8AC3E}">
        <p14:creationId xmlns:p14="http://schemas.microsoft.com/office/powerpoint/2010/main" val="2031933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57E6A-832D-1ED9-E2F7-69C1374DA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B8876-4846-EC85-F37B-B3C0E31F7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E45DAE-C64A-9398-5FEB-BC15A573D36A}"/>
              </a:ext>
            </a:extLst>
          </p:cNvPr>
          <p:cNvSpPr>
            <a:spLocks noGrp="1"/>
          </p:cNvSpPr>
          <p:nvPr>
            <p:ph type="body" idx="1"/>
          </p:nvPr>
        </p:nvSpPr>
        <p:spPr/>
        <p:txBody>
          <a:bodyPr/>
          <a:lstStyle/>
          <a:p>
            <a:r>
              <a:rPr lang="en-US" dirty="0"/>
              <a:t>Use the web interface to create an administrator account local to the firewall. The privileges of the administrator account are determined by the role profile assigned to the account. The web interface assumes a local account and prompts for a password when you do not select an Authentication Profile.</a:t>
            </a:r>
          </a:p>
          <a:p>
            <a:r>
              <a:rPr lang="en-US" dirty="0"/>
              <a:t>In this example, a Dynamic Profile is selected, meaning user privileges are defined using one of the predefined roles. These roles affect the web interface and the CLI. The following is a brief description of the predefined roles:</a:t>
            </a:r>
          </a:p>
          <a:p>
            <a:pPr lvl="1">
              <a:buFont typeface="Arial" panose="020B0604020202020204" pitchFamily="34" charset="0"/>
              <a:buChar char="•"/>
            </a:pPr>
            <a:r>
              <a:rPr lang="en-US" b="1" dirty="0"/>
              <a:t>Superuser</a:t>
            </a:r>
            <a:r>
              <a:rPr lang="en-US" dirty="0"/>
              <a:t>: All access to all options of the firewall</a:t>
            </a:r>
          </a:p>
          <a:p>
            <a:pPr lvl="1">
              <a:buFont typeface="Arial" panose="020B0604020202020204" pitchFamily="34" charset="0"/>
              <a:buChar char="•"/>
            </a:pPr>
            <a:r>
              <a:rPr lang="en-US" b="1" dirty="0"/>
              <a:t>Superuser (read-only)</a:t>
            </a:r>
            <a:r>
              <a:rPr lang="en-US" dirty="0"/>
              <a:t>: Read-only access to all options of the firewall</a:t>
            </a:r>
          </a:p>
          <a:p>
            <a:pPr lvl="1">
              <a:buFont typeface="Arial" panose="020B0604020202020204" pitchFamily="34" charset="0"/>
              <a:buChar char="•"/>
            </a:pPr>
            <a:r>
              <a:rPr lang="en-US" b="1" dirty="0"/>
              <a:t>Device administrator</a:t>
            </a:r>
            <a:r>
              <a:rPr lang="en-US" dirty="0"/>
              <a:t>: Full access to the firewall except for the creation of virtual systems and administrative accounts</a:t>
            </a:r>
          </a:p>
          <a:p>
            <a:pPr lvl="1">
              <a:buFont typeface="Arial" panose="020B0604020202020204" pitchFamily="34" charset="0"/>
              <a:buChar char="•"/>
            </a:pPr>
            <a:r>
              <a:rPr lang="en-US" b="1" dirty="0"/>
              <a:t>Device administrator (read-only</a:t>
            </a:r>
            <a:r>
              <a:rPr lang="en-US" b="0" dirty="0"/>
              <a:t>):</a:t>
            </a:r>
            <a:r>
              <a:rPr lang="en-US" b="1" dirty="0"/>
              <a:t> </a:t>
            </a:r>
            <a:r>
              <a:rPr lang="en-US" dirty="0"/>
              <a:t>Read-only access to the firewall except for viewing other administrative accounts</a:t>
            </a:r>
          </a:p>
          <a:p>
            <a:pPr lvl="1">
              <a:buFont typeface="Arial" panose="020B0604020202020204" pitchFamily="34" charset="0"/>
              <a:buChar char="•"/>
            </a:pPr>
            <a:r>
              <a:rPr lang="en-US" b="1" dirty="0"/>
              <a:t>Virtual system administrator</a:t>
            </a:r>
            <a:r>
              <a:rPr lang="en-US" dirty="0"/>
              <a:t>: Full access to a specific virtual system. The virtual system administrator does not have control over firewall-level or network-level functions.</a:t>
            </a:r>
          </a:p>
          <a:p>
            <a:pPr lvl="1">
              <a:buFont typeface="Arial" panose="020B0604020202020204" pitchFamily="34" charset="0"/>
              <a:buChar char="•"/>
            </a:pPr>
            <a:r>
              <a:rPr lang="en-US" b="1" dirty="0"/>
              <a:t>Virtual system administrator (read-only</a:t>
            </a:r>
            <a:r>
              <a:rPr lang="en-US" b="0" dirty="0"/>
              <a:t>):</a:t>
            </a:r>
            <a:r>
              <a:rPr lang="en-US" dirty="0"/>
              <a:t> Read-only access to a specific virtual system. The virtual system administrator (read-only) cannot access firewall-level or network-level functions.</a:t>
            </a:r>
          </a:p>
          <a:p>
            <a:r>
              <a:rPr lang="en-US" dirty="0"/>
              <a:t>To ensure that locally stored passwords are strong and are reset periodically, PAN-OS software enables you to set global minimum password complexity requirements and password-aging values at </a:t>
            </a:r>
            <a:r>
              <a:rPr lang="en-US" b="1" dirty="0"/>
              <a:t>Device &gt; Setup &gt; Management &gt; Minimum Password Complexity</a:t>
            </a:r>
            <a:r>
              <a:rPr lang="en-US" dirty="0"/>
              <a:t>. By default, there are no minimum requirements, and password aging is not enabled.</a:t>
            </a:r>
          </a:p>
          <a:p>
            <a:r>
              <a:rPr lang="en-US" dirty="0"/>
              <a:t>Those administrator accounts whose passwords might require more frequent resets to meet organizational or legal requirements can be assigned a Password Profile. A Password Profile specifies password-aging values that override the global password-aging values. Configure Password Profiles at </a:t>
            </a:r>
            <a:r>
              <a:rPr lang="en-US" b="1" dirty="0"/>
              <a:t>Device &gt; Password Profiles</a:t>
            </a:r>
            <a:r>
              <a:rPr lang="en-US" dirty="0"/>
              <a:t>.</a:t>
            </a:r>
          </a:p>
          <a:p>
            <a:endParaRPr lang="en-US" dirty="0"/>
          </a:p>
        </p:txBody>
      </p:sp>
      <p:sp>
        <p:nvSpPr>
          <p:cNvPr id="4" name="Slide Number Placeholder 3">
            <a:extLst>
              <a:ext uri="{FF2B5EF4-FFF2-40B4-BE49-F238E27FC236}">
                <a16:creationId xmlns:a16="http://schemas.microsoft.com/office/drawing/2014/main" id="{D8E9CDC3-E1DA-6628-B967-552DF343127E}"/>
              </a:ext>
            </a:extLst>
          </p:cNvPr>
          <p:cNvSpPr>
            <a:spLocks noGrp="1"/>
          </p:cNvSpPr>
          <p:nvPr>
            <p:ph type="sldNum" sz="quarter" idx="5"/>
          </p:nvPr>
        </p:nvSpPr>
        <p:spPr/>
        <p:txBody>
          <a:bodyPr/>
          <a:lstStyle/>
          <a:p>
            <a:fld id="{7DCE12D4-4BD6-4582-9E40-12C872CCF99F}" type="slidenum">
              <a:rPr lang="en-US" smtClean="0"/>
              <a:t>20</a:t>
            </a:fld>
            <a:endParaRPr lang="en-US"/>
          </a:p>
        </p:txBody>
      </p:sp>
    </p:spTree>
    <p:extLst>
      <p:ext uri="{BB962C8B-B14F-4D97-AF65-F5344CB8AC3E}">
        <p14:creationId xmlns:p14="http://schemas.microsoft.com/office/powerpoint/2010/main" val="1082231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0047-F282-D6A0-3D4A-04B2B6919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5292D3-C14D-7175-CD53-F88DBD17F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E5838C-3467-7091-008F-494E3BAEEE35}"/>
              </a:ext>
            </a:extLst>
          </p:cNvPr>
          <p:cNvSpPr>
            <a:spLocks noGrp="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You can add user accounts to a local database on the firewall that stores authentication information for firewall administrators, Captive Portal end users, and end users who authenticate to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GlobalProtect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portal and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GlobalProtect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gateway. Local database authentication requires no external authentication service, with all account management performed on the firewall. </a:t>
            </a:r>
            <a:r>
              <a:rPr lang="en-US" dirty="0"/>
              <a:t>The users in the database can be added as firewall administrators, or they can be used to authenticate user traffic flowing </a:t>
            </a:r>
            <a:r>
              <a:rPr lang="en-US" i="1" dirty="0"/>
              <a:t>through</a:t>
            </a:r>
            <a:r>
              <a:rPr lang="en-US" dirty="0"/>
              <a:t> the firewall. </a:t>
            </a:r>
          </a:p>
          <a:p>
            <a:r>
              <a:rPr lang="en-US" dirty="0"/>
              <a:t>To add a user to the local user database of the firewall, start by browsing </a:t>
            </a:r>
            <a:r>
              <a:rPr lang="en-US" b="1" dirty="0"/>
              <a:t>Device &gt; Local User Database &gt; Users</a:t>
            </a:r>
            <a:r>
              <a:rPr lang="en-US" dirty="0"/>
              <a:t> and click </a:t>
            </a:r>
            <a:r>
              <a:rPr lang="en-US" b="1" dirty="0"/>
              <a:t>Add</a:t>
            </a:r>
            <a:r>
              <a:rPr lang="en-US" dirty="0"/>
              <a:t>. Enter a name to identify the user. Usernames are case-sensitive and can be up to 31 characters in length. Usernames can include alphanumeric characters, spaces, hyphens, and underscores. Each username must be unique within the user database. </a:t>
            </a:r>
          </a:p>
          <a:p>
            <a:r>
              <a:rPr lang="en-US" dirty="0"/>
              <a:t>In </a:t>
            </a:r>
            <a:r>
              <a:rPr lang="en-US" b="1" dirty="0"/>
              <a:t>Mode,</a:t>
            </a:r>
            <a:r>
              <a:rPr lang="en-US" dirty="0"/>
              <a:t> specify how to enter the password: If you select </a:t>
            </a:r>
            <a:r>
              <a:rPr lang="en-US" b="1" dirty="0"/>
              <a:t>Password</a:t>
            </a:r>
            <a:r>
              <a:rPr lang="en-US" dirty="0"/>
              <a:t>, enter and confirm a cleartext password. If you select </a:t>
            </a:r>
            <a:r>
              <a:rPr lang="en-US" b="1" dirty="0"/>
              <a:t>Password Hash</a:t>
            </a:r>
            <a:r>
              <a:rPr lang="en-US" dirty="0"/>
              <a:t>, type or copy and paste a hashed password string. The </a:t>
            </a:r>
            <a:r>
              <a:rPr lang="en-US" b="1" dirty="0"/>
              <a:t>Password Hash </a:t>
            </a:r>
            <a:r>
              <a:rPr lang="en-US" dirty="0"/>
              <a:t>option is most commonly used if you want to reuse the password from a Linux account but does not know the cleartext password. The firewall can accept any string up to 63 characters in length, regardless of the algorithm used to generate the hash.</a:t>
            </a:r>
          </a:p>
          <a:p>
            <a:r>
              <a:rPr lang="en-US" dirty="0"/>
              <a:t>Select the </a:t>
            </a:r>
            <a:r>
              <a:rPr lang="en-US" b="1" dirty="0"/>
              <a:t>Enable</a:t>
            </a:r>
            <a:r>
              <a:rPr lang="en-US" dirty="0"/>
              <a:t> check box to activate the user account. </a:t>
            </a:r>
          </a:p>
          <a:p>
            <a:endParaRPr lang="en-US" dirty="0"/>
          </a:p>
        </p:txBody>
      </p:sp>
      <p:sp>
        <p:nvSpPr>
          <p:cNvPr id="4" name="Slide Number Placeholder 3">
            <a:extLst>
              <a:ext uri="{FF2B5EF4-FFF2-40B4-BE49-F238E27FC236}">
                <a16:creationId xmlns:a16="http://schemas.microsoft.com/office/drawing/2014/main" id="{9117DD5D-F0A3-7825-8641-1724BB357805}"/>
              </a:ext>
            </a:extLst>
          </p:cNvPr>
          <p:cNvSpPr>
            <a:spLocks noGrp="1"/>
          </p:cNvSpPr>
          <p:nvPr>
            <p:ph type="sldNum" sz="quarter" idx="5"/>
          </p:nvPr>
        </p:nvSpPr>
        <p:spPr/>
        <p:txBody>
          <a:bodyPr/>
          <a:lstStyle/>
          <a:p>
            <a:fld id="{7DCE12D4-4BD6-4582-9E40-12C872CCF99F}" type="slidenum">
              <a:rPr lang="en-US" smtClean="0"/>
              <a:t>21</a:t>
            </a:fld>
            <a:endParaRPr lang="en-US"/>
          </a:p>
        </p:txBody>
      </p:sp>
    </p:spTree>
    <p:extLst>
      <p:ext uri="{BB962C8B-B14F-4D97-AF65-F5344CB8AC3E}">
        <p14:creationId xmlns:p14="http://schemas.microsoft.com/office/powerpoint/2010/main" val="3012117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0138F-CB60-500C-49BF-8A4A90F77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3244DD-DA88-CEBC-2F45-C4E967218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D0881-F35F-DA35-0464-E3CF33F57F5A}"/>
              </a:ext>
            </a:extLst>
          </p:cNvPr>
          <p:cNvSpPr>
            <a:spLocks noGrp="1"/>
          </p:cNvSpPr>
          <p:nvPr>
            <p:ph type="body" idx="1"/>
          </p:nvPr>
        </p:nvSpPr>
        <p:spPr/>
        <p:txBody>
          <a:bodyPr/>
          <a:lstStyle/>
          <a:p>
            <a:r>
              <a:rPr lang="en-US" dirty="0"/>
              <a:t>An Authentication Profile links a username to the authentication service that the firewall must use to authenticate the user’s login credentials. An Authentication Profile is one of the configuration options that you must choose when you define a firewall user account where the user exists in the local firewall user database. </a:t>
            </a:r>
          </a:p>
          <a:p>
            <a:r>
              <a:rPr lang="en-US" dirty="0"/>
              <a:t>To create an Authentication Profile, browse to </a:t>
            </a:r>
            <a:r>
              <a:rPr lang="en-US" b="1" dirty="0"/>
              <a:t>Device &gt; Authentication Profile </a:t>
            </a:r>
            <a:r>
              <a:rPr lang="en-US" dirty="0"/>
              <a:t>and click </a:t>
            </a:r>
            <a:r>
              <a:rPr lang="en-US" b="1" dirty="0"/>
              <a:t>Add</a:t>
            </a:r>
            <a:r>
              <a:rPr lang="en-US" dirty="0"/>
              <a:t>. Type the name of the new profile and then configure the </a:t>
            </a:r>
            <a:r>
              <a:rPr lang="en-US" b="1" dirty="0"/>
              <a:t>Authentication</a:t>
            </a:r>
            <a:r>
              <a:rPr lang="en-US" dirty="0"/>
              <a:t> tab. Select </a:t>
            </a:r>
            <a:r>
              <a:rPr lang="en-US" b="1" dirty="0"/>
              <a:t>Local Database </a:t>
            </a:r>
            <a:r>
              <a:rPr lang="en-US" dirty="0"/>
              <a:t>to link to the local user database of the firewall. The field options vary depending on the </a:t>
            </a:r>
            <a:r>
              <a:rPr lang="en-US" b="1" dirty="0"/>
              <a:t>Type</a:t>
            </a:r>
            <a:r>
              <a:rPr lang="en-US" dirty="0"/>
              <a:t> you select from the drop-down list. The available </a:t>
            </a:r>
            <a:r>
              <a:rPr lang="en-US" b="1" dirty="0"/>
              <a:t>Type</a:t>
            </a:r>
            <a:r>
              <a:rPr lang="en-US" dirty="0"/>
              <a:t> options are shown in the screenshot. Select </a:t>
            </a:r>
            <a:r>
              <a:rPr lang="en-US" b="1" dirty="0"/>
              <a:t>None</a:t>
            </a:r>
            <a:r>
              <a:rPr lang="en-US" dirty="0"/>
              <a:t> only in limited scenarios:</a:t>
            </a:r>
            <a:r>
              <a:rPr lang="en-US" baseline="0" dirty="0"/>
              <a:t> It</a:t>
            </a:r>
            <a:r>
              <a:rPr lang="en-US" dirty="0"/>
              <a:t> is not intended for most users. Selection of </a:t>
            </a:r>
            <a:r>
              <a:rPr lang="en-US" b="1" dirty="0"/>
              <a:t>None</a:t>
            </a:r>
            <a:r>
              <a:rPr lang="en-US" dirty="0"/>
              <a:t> could enable undesired users to log in to your firewall.</a:t>
            </a:r>
          </a:p>
          <a:p>
            <a:r>
              <a:rPr lang="en-US" dirty="0"/>
              <a:t>For more information about the other options in this window, log into Live and search for PAN-OS admin guide or see </a:t>
            </a:r>
            <a:r>
              <a:rPr lang="en-US" i="1" dirty="0"/>
              <a:t>PAN-OS Administrator’s Guide </a:t>
            </a:r>
            <a:r>
              <a:rPr lang="en-US" dirty="0"/>
              <a:t>at </a:t>
            </a:r>
            <a:r>
              <a:rPr lang="en-US" b="0" dirty="0"/>
              <a:t>https://docs.paloaltonetworks.com/pan-os/11-0/pan-os-admin</a:t>
            </a:r>
            <a:r>
              <a:rPr lang="en-US" b="1" dirty="0"/>
              <a:t>. </a:t>
            </a:r>
          </a:p>
          <a:p>
            <a:endParaRPr lang="en-US" dirty="0"/>
          </a:p>
        </p:txBody>
      </p:sp>
      <p:sp>
        <p:nvSpPr>
          <p:cNvPr id="4" name="Slide Number Placeholder 3">
            <a:extLst>
              <a:ext uri="{FF2B5EF4-FFF2-40B4-BE49-F238E27FC236}">
                <a16:creationId xmlns:a16="http://schemas.microsoft.com/office/drawing/2014/main" id="{8CB06162-5AEB-D972-D95F-3F3FF905EA82}"/>
              </a:ext>
            </a:extLst>
          </p:cNvPr>
          <p:cNvSpPr>
            <a:spLocks noGrp="1"/>
          </p:cNvSpPr>
          <p:nvPr>
            <p:ph type="sldNum" sz="quarter" idx="5"/>
          </p:nvPr>
        </p:nvSpPr>
        <p:spPr/>
        <p:txBody>
          <a:bodyPr/>
          <a:lstStyle/>
          <a:p>
            <a:fld id="{7DCE12D4-4BD6-4582-9E40-12C872CCF99F}" type="slidenum">
              <a:rPr lang="en-US" smtClean="0"/>
              <a:t>22</a:t>
            </a:fld>
            <a:endParaRPr lang="en-US"/>
          </a:p>
        </p:txBody>
      </p:sp>
    </p:spTree>
    <p:extLst>
      <p:ext uri="{BB962C8B-B14F-4D97-AF65-F5344CB8AC3E}">
        <p14:creationId xmlns:p14="http://schemas.microsoft.com/office/powerpoint/2010/main" val="2924005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E38A5-3317-B645-719B-CE848B40A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51D34-1C06-FBFA-168C-53017ACB5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980A96-9943-349B-187A-F3E968563868}"/>
              </a:ext>
            </a:extLst>
          </p:cNvPr>
          <p:cNvSpPr>
            <a:spLocks noGrp="1"/>
          </p:cNvSpPr>
          <p:nvPr>
            <p:ph type="body" idx="1"/>
          </p:nvPr>
        </p:nvSpPr>
        <p:spPr/>
        <p:txBody>
          <a:bodyPr/>
          <a:lstStyle/>
          <a:p>
            <a:r>
              <a:rPr lang="en-US" dirty="0"/>
              <a:t>Use the </a:t>
            </a:r>
            <a:r>
              <a:rPr lang="en-US" b="1" dirty="0"/>
              <a:t>Advanced</a:t>
            </a:r>
            <a:r>
              <a:rPr lang="en-US" dirty="0"/>
              <a:t> tab to select specific users and user groups that the firewall can authenticate using this Authentication Profile. You can select </a:t>
            </a:r>
            <a:r>
              <a:rPr lang="en-US" b="1" dirty="0"/>
              <a:t>all</a:t>
            </a:r>
            <a:r>
              <a:rPr lang="en-US" dirty="0"/>
              <a:t> rather than specify a long list of specific users and groups. If you do not add any entries to the list, then no users will be authenticated using this Authentication Profile.</a:t>
            </a:r>
          </a:p>
          <a:p>
            <a:r>
              <a:rPr lang="en-US" dirty="0"/>
              <a:t>The </a:t>
            </a:r>
            <a:r>
              <a:rPr lang="en-US" b="1" dirty="0"/>
              <a:t>Failed Attempts </a:t>
            </a:r>
            <a:r>
              <a:rPr lang="en-US" dirty="0"/>
              <a:t>option in the </a:t>
            </a:r>
            <a:r>
              <a:rPr lang="en-US" b="1" dirty="0"/>
              <a:t>Account Lockout </a:t>
            </a:r>
            <a:r>
              <a:rPr lang="en-US" dirty="0"/>
              <a:t>section enables you to enter the number of consecutive failed login attempts allowed before the firewall locks the user account, thus preventing the user from accessing the firewall. Limiting the number of login attempts can help protect your network from brute-force login attacks. The default value is 0, which means an unlimited number of login attempts. The range is from 0 to 10. </a:t>
            </a:r>
          </a:p>
          <a:p>
            <a:r>
              <a:rPr lang="en-US" dirty="0"/>
              <a:t>The </a:t>
            </a:r>
            <a:r>
              <a:rPr lang="en-US" b="1" dirty="0"/>
              <a:t>Lockout Time (min) </a:t>
            </a:r>
            <a:r>
              <a:rPr lang="en-US" dirty="0"/>
              <a:t>option enables you to specify how long the firewall locks a user account after a user reaches the </a:t>
            </a:r>
            <a:r>
              <a:rPr lang="en-US" b="1" dirty="0"/>
              <a:t>Failed Attempts </a:t>
            </a:r>
            <a:r>
              <a:rPr lang="en-US" dirty="0"/>
              <a:t>value. The default value is 0, which means an account will be locked until the administrator manually unlocks the user account. The range is from 0 to 60. Using a value of 0 ensures that a firewall administrator is aware of multiple failed login attempts, but a 0 value can create additional work for an administrator. </a:t>
            </a:r>
          </a:p>
          <a:p>
            <a:r>
              <a:rPr lang="en-US" dirty="0"/>
              <a:t>You configure the </a:t>
            </a:r>
            <a:r>
              <a:rPr lang="en-US" b="1" dirty="0"/>
              <a:t>Factors</a:t>
            </a:r>
            <a:r>
              <a:rPr lang="en-US" dirty="0"/>
              <a:t> tab as part of MFA.  </a:t>
            </a:r>
          </a:p>
          <a:p>
            <a:endParaRPr lang="en-US" dirty="0"/>
          </a:p>
        </p:txBody>
      </p:sp>
      <p:sp>
        <p:nvSpPr>
          <p:cNvPr id="4" name="Slide Number Placeholder 3">
            <a:extLst>
              <a:ext uri="{FF2B5EF4-FFF2-40B4-BE49-F238E27FC236}">
                <a16:creationId xmlns:a16="http://schemas.microsoft.com/office/drawing/2014/main" id="{9A590AF5-96B9-5E9F-06BE-529071BE57DB}"/>
              </a:ext>
            </a:extLst>
          </p:cNvPr>
          <p:cNvSpPr>
            <a:spLocks noGrp="1"/>
          </p:cNvSpPr>
          <p:nvPr>
            <p:ph type="sldNum" sz="quarter" idx="5"/>
          </p:nvPr>
        </p:nvSpPr>
        <p:spPr/>
        <p:txBody>
          <a:bodyPr/>
          <a:lstStyle/>
          <a:p>
            <a:fld id="{7DCE12D4-4BD6-4582-9E40-12C872CCF99F}" type="slidenum">
              <a:rPr lang="en-US" smtClean="0"/>
              <a:t>23</a:t>
            </a:fld>
            <a:endParaRPr lang="en-US"/>
          </a:p>
        </p:txBody>
      </p:sp>
    </p:spTree>
    <p:extLst>
      <p:ext uri="{BB962C8B-B14F-4D97-AF65-F5344CB8AC3E}">
        <p14:creationId xmlns:p14="http://schemas.microsoft.com/office/powerpoint/2010/main" val="17666035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C5E08-398F-4846-3C0F-0CE430B82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9384F-8F1D-3965-37BE-48438ADB8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0D7E4-6933-6319-8B8E-85F5F7196DEE}"/>
              </a:ext>
            </a:extLst>
          </p:cNvPr>
          <p:cNvSpPr>
            <a:spLocks noGrp="1"/>
          </p:cNvSpPr>
          <p:nvPr>
            <p:ph type="body" idx="1"/>
          </p:nvPr>
        </p:nvSpPr>
        <p:spPr/>
        <p:txBody>
          <a:bodyPr/>
          <a:lstStyle/>
          <a:p>
            <a:r>
              <a:rPr lang="en-US" dirty="0"/>
              <a:t>After adding a user to the local user database and creating an Authentication Profile that links to the local user database, you can create a firewall administrator account based on a local database user. Browse to </a:t>
            </a:r>
            <a:r>
              <a:rPr lang="en-US" b="1" dirty="0"/>
              <a:t>Device &gt; Administrators </a:t>
            </a:r>
            <a:r>
              <a:rPr lang="en-US" dirty="0"/>
              <a:t>and click </a:t>
            </a:r>
            <a:r>
              <a:rPr lang="en-US" b="1" dirty="0"/>
              <a:t>Add</a:t>
            </a:r>
            <a:r>
              <a:rPr lang="en-US" dirty="0"/>
              <a:t>. Type the user’s name as it appears in the local user database, select the </a:t>
            </a:r>
            <a:r>
              <a:rPr lang="en-US" b="1" dirty="0"/>
              <a:t>Authentication Profile </a:t>
            </a:r>
            <a:r>
              <a:rPr lang="en-US" dirty="0"/>
              <a:t>that links to the local user database, and then select either a predefined or custom Admin Role Profile. Because it is a local user, you can specify a Password Profile that controls the user’s password-aging attributes.</a:t>
            </a:r>
          </a:p>
          <a:p>
            <a:r>
              <a:rPr lang="en-US" dirty="0"/>
              <a:t>Suppose you do not add a local user as a firewall administrator. In that case, the firewall can still use the user information to authenticate user requests for access to network resources </a:t>
            </a:r>
            <a:r>
              <a:rPr lang="en-US" i="1" dirty="0"/>
              <a:t>through</a:t>
            </a:r>
            <a:r>
              <a:rPr lang="en-US" dirty="0"/>
              <a:t> the firewall only and not access to the firewall. </a:t>
            </a:r>
          </a:p>
          <a:p>
            <a:r>
              <a:rPr lang="en-US" dirty="0"/>
              <a:t>If you select the </a:t>
            </a:r>
            <a:r>
              <a:rPr lang="en-US" b="1" dirty="0"/>
              <a:t>Use only client certificate authentication (Web) </a:t>
            </a:r>
            <a:r>
              <a:rPr lang="en-US" dirty="0"/>
              <a:t>option, then a username and password are not required during login to the firewall web interface. Instead, a user certificate is needed to authenticate user login to the firewall.</a:t>
            </a:r>
          </a:p>
          <a:p>
            <a:r>
              <a:rPr lang="en-US" dirty="0"/>
              <a:t>If you select the </a:t>
            </a:r>
            <a:r>
              <a:rPr lang="en-US" b="1" dirty="0"/>
              <a:t>Use Public Key Authentication (SSH) </a:t>
            </a:r>
            <a:r>
              <a:rPr lang="en-US" dirty="0"/>
              <a:t>option, an SSH key is required during login to the firewall's command-line interface (CLI). The administrator must generate an SSH public/private key pair on the user’s system. Then the administrator must upload the user’s public key to the firewall. The user’s public key enables the firewall to authenticate the user’s login without requiring the user to enter a username and password interactively. This configuration helps to protect against usernames and passwords being stolen from network traffic.</a:t>
            </a:r>
          </a:p>
          <a:p>
            <a:endParaRPr lang="en-US" dirty="0"/>
          </a:p>
        </p:txBody>
      </p:sp>
      <p:sp>
        <p:nvSpPr>
          <p:cNvPr id="4" name="Slide Number Placeholder 3">
            <a:extLst>
              <a:ext uri="{FF2B5EF4-FFF2-40B4-BE49-F238E27FC236}">
                <a16:creationId xmlns:a16="http://schemas.microsoft.com/office/drawing/2014/main" id="{975DFB7E-7458-239B-EC93-E7B153FE5D40}"/>
              </a:ext>
            </a:extLst>
          </p:cNvPr>
          <p:cNvSpPr>
            <a:spLocks noGrp="1"/>
          </p:cNvSpPr>
          <p:nvPr>
            <p:ph type="sldNum" sz="quarter" idx="5"/>
          </p:nvPr>
        </p:nvSpPr>
        <p:spPr/>
        <p:txBody>
          <a:bodyPr/>
          <a:lstStyle/>
          <a:p>
            <a:fld id="{7DCE12D4-4BD6-4582-9E40-12C872CCF99F}" type="slidenum">
              <a:rPr lang="en-US" smtClean="0"/>
              <a:t>24</a:t>
            </a:fld>
            <a:endParaRPr lang="en-US"/>
          </a:p>
        </p:txBody>
      </p:sp>
    </p:spTree>
    <p:extLst>
      <p:ext uri="{BB962C8B-B14F-4D97-AF65-F5344CB8AC3E}">
        <p14:creationId xmlns:p14="http://schemas.microsoft.com/office/powerpoint/2010/main" val="2592959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C31C5-3130-DF1C-404D-AEB0F4D7D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81988-14CE-EA67-D0CF-76196EC8D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807DF-AF88-4208-CED9-4C3A030C90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might use the web interface to create administrator accounts whose passwords are maintained in a supported external service. For example, the account password might be kept in Active Directory. To indicate that the account password is held in a supported external service, create an Authentication Profile that connects to an external service and then specify that Authentication Profile when you create an administrator account.</a:t>
            </a:r>
          </a:p>
          <a:p>
            <a:endParaRPr lang="en-US" dirty="0"/>
          </a:p>
        </p:txBody>
      </p:sp>
      <p:sp>
        <p:nvSpPr>
          <p:cNvPr id="4" name="Slide Number Placeholder 3">
            <a:extLst>
              <a:ext uri="{FF2B5EF4-FFF2-40B4-BE49-F238E27FC236}">
                <a16:creationId xmlns:a16="http://schemas.microsoft.com/office/drawing/2014/main" id="{9DA2E201-0DC5-4708-8F7A-78BB12C376C4}"/>
              </a:ext>
            </a:extLst>
          </p:cNvPr>
          <p:cNvSpPr>
            <a:spLocks noGrp="1"/>
          </p:cNvSpPr>
          <p:nvPr>
            <p:ph type="sldNum" sz="quarter" idx="5"/>
          </p:nvPr>
        </p:nvSpPr>
        <p:spPr/>
        <p:txBody>
          <a:bodyPr/>
          <a:lstStyle/>
          <a:p>
            <a:fld id="{7DCE12D4-4BD6-4582-9E40-12C872CCF99F}" type="slidenum">
              <a:rPr lang="en-US" smtClean="0"/>
              <a:t>25</a:t>
            </a:fld>
            <a:endParaRPr lang="en-US"/>
          </a:p>
        </p:txBody>
      </p:sp>
    </p:spTree>
    <p:extLst>
      <p:ext uri="{BB962C8B-B14F-4D97-AF65-F5344CB8AC3E}">
        <p14:creationId xmlns:p14="http://schemas.microsoft.com/office/powerpoint/2010/main" val="4136022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E54A-8C12-ECF2-810D-DCB71AC0B2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34E4A-F1AC-D594-B435-A9E541599F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A5AEE-E059-1A65-903B-0BC2E9A17ADB}"/>
              </a:ext>
            </a:extLst>
          </p:cNvPr>
          <p:cNvSpPr>
            <a:spLocks noGrp="1"/>
          </p:cNvSpPr>
          <p:nvPr>
            <p:ph type="body" idx="1"/>
          </p:nvPr>
        </p:nvSpPr>
        <p:spPr/>
        <p:txBody>
          <a:bodyPr/>
          <a:lstStyle/>
          <a:p>
            <a:r>
              <a:rPr lang="en-US" dirty="0"/>
              <a:t>Non-local account passwords must be authenticated through their external authentication service. Before accessing an external authentication service, you must create the appropriate profiles on the firewall. An Authentication Profile contains the information necessary to authenticate an administrator account with an external authentication service after one of the service’s servers has been located. An Authentication Profile uses a Server Profile, which you create to find an external authentication service’s servers. You configure a Server Profile with a list of one or more external authentication service servers.</a:t>
            </a:r>
          </a:p>
          <a:p>
            <a:r>
              <a:rPr lang="en-US" dirty="0"/>
              <a:t>A firewall can consult multiple external services to authenticate an account. You specify an ordered list of Authentication Profiles by adding them to an optional authentication sequence on the firewall. If you have created an authentication sequence, select the authentication sequence instead of an Authentication Profile when you add a user account on the firewall.</a:t>
            </a:r>
          </a:p>
          <a:p>
            <a:r>
              <a:rPr lang="en-US" dirty="0"/>
              <a:t>The flowchart shows how a firewall authenticates a non-local account. If the administrator account specifies an authentication sequence, the firewall attempts to authenticate the account using the ordered list of specified Authentication Profiles. Each Authentication Profile specifies a Server Profile with a list of servers for the external authentication service. The firewall connects to each external service until the user is located or no Authentication Profiles are left. If no Authentication Profiles are left, then the login attempt fails.</a:t>
            </a:r>
          </a:p>
          <a:p>
            <a:endParaRPr lang="en-US" dirty="0"/>
          </a:p>
        </p:txBody>
      </p:sp>
      <p:sp>
        <p:nvSpPr>
          <p:cNvPr id="4" name="Slide Number Placeholder 3">
            <a:extLst>
              <a:ext uri="{FF2B5EF4-FFF2-40B4-BE49-F238E27FC236}">
                <a16:creationId xmlns:a16="http://schemas.microsoft.com/office/drawing/2014/main" id="{3F7E04A2-4D9B-F067-1154-E2EB91459D52}"/>
              </a:ext>
            </a:extLst>
          </p:cNvPr>
          <p:cNvSpPr>
            <a:spLocks noGrp="1"/>
          </p:cNvSpPr>
          <p:nvPr>
            <p:ph type="sldNum" sz="quarter" idx="5"/>
          </p:nvPr>
        </p:nvSpPr>
        <p:spPr/>
        <p:txBody>
          <a:bodyPr/>
          <a:lstStyle/>
          <a:p>
            <a:fld id="{7DCE12D4-4BD6-4582-9E40-12C872CCF99F}" type="slidenum">
              <a:rPr lang="en-US" smtClean="0"/>
              <a:t>26</a:t>
            </a:fld>
            <a:endParaRPr lang="en-US"/>
          </a:p>
        </p:txBody>
      </p:sp>
    </p:spTree>
    <p:extLst>
      <p:ext uri="{BB962C8B-B14F-4D97-AF65-F5344CB8AC3E}">
        <p14:creationId xmlns:p14="http://schemas.microsoft.com/office/powerpoint/2010/main" val="2006633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BC468-4B47-D4C3-4BCD-B222D3D3D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98A14-7022-825E-3E0F-6732BFFC0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63C61-37FC-6ED2-4D75-B3CD11977A6F}"/>
              </a:ext>
            </a:extLst>
          </p:cNvPr>
          <p:cNvSpPr>
            <a:spLocks noGrp="1"/>
          </p:cNvSpPr>
          <p:nvPr>
            <p:ph type="body" idx="1"/>
          </p:nvPr>
        </p:nvSpPr>
        <p:spPr/>
        <p:txBody>
          <a:bodyPr/>
          <a:lstStyle/>
          <a:p>
            <a:r>
              <a:rPr lang="en-US" dirty="0"/>
              <a:t>Server Profiles define connections the firewall can make to external servers of specific types. For authentication purposes, you can create Server Profiles for RADIUS, TACACS+, LDAP, Kerberos, or SAML servers. </a:t>
            </a:r>
          </a:p>
          <a:p>
            <a:r>
              <a:rPr lang="en-US" dirty="0"/>
              <a:t>Authentication Profiles require Server Profiles to validate login information for administrator accounts not created on the firewall.</a:t>
            </a:r>
          </a:p>
          <a:p>
            <a:endParaRPr lang="en-US" dirty="0"/>
          </a:p>
        </p:txBody>
      </p:sp>
      <p:sp>
        <p:nvSpPr>
          <p:cNvPr id="4" name="Slide Number Placeholder 3">
            <a:extLst>
              <a:ext uri="{FF2B5EF4-FFF2-40B4-BE49-F238E27FC236}">
                <a16:creationId xmlns:a16="http://schemas.microsoft.com/office/drawing/2014/main" id="{672609D7-6EDB-7CC6-1714-16D22E936215}"/>
              </a:ext>
            </a:extLst>
          </p:cNvPr>
          <p:cNvSpPr>
            <a:spLocks noGrp="1"/>
          </p:cNvSpPr>
          <p:nvPr>
            <p:ph type="sldNum" sz="quarter" idx="5"/>
          </p:nvPr>
        </p:nvSpPr>
        <p:spPr/>
        <p:txBody>
          <a:bodyPr/>
          <a:lstStyle/>
          <a:p>
            <a:fld id="{7DCE12D4-4BD6-4582-9E40-12C872CCF99F}" type="slidenum">
              <a:rPr lang="en-US" smtClean="0"/>
              <a:t>27</a:t>
            </a:fld>
            <a:endParaRPr lang="en-US"/>
          </a:p>
        </p:txBody>
      </p:sp>
    </p:spTree>
    <p:extLst>
      <p:ext uri="{BB962C8B-B14F-4D97-AF65-F5344CB8AC3E}">
        <p14:creationId xmlns:p14="http://schemas.microsoft.com/office/powerpoint/2010/main" val="20081407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7A0A-6DC7-0AEF-039D-B67979DAB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0AA73-1B5F-63C1-D102-0A1357BA5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E34A1-2B8F-BAD9-1104-0D9C294126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Authentication Profile specifies which authentication server and settings are used to authenticate an administrator account. When you create an administrator account, you specify an Authentication Profile where the account name and password are maintained on an external service.</a:t>
            </a:r>
          </a:p>
          <a:p>
            <a:endParaRPr lang="en-US" dirty="0"/>
          </a:p>
        </p:txBody>
      </p:sp>
      <p:sp>
        <p:nvSpPr>
          <p:cNvPr id="4" name="Slide Number Placeholder 3">
            <a:extLst>
              <a:ext uri="{FF2B5EF4-FFF2-40B4-BE49-F238E27FC236}">
                <a16:creationId xmlns:a16="http://schemas.microsoft.com/office/drawing/2014/main" id="{F4BACA25-FC15-35E1-F561-50BA3E3B94E1}"/>
              </a:ext>
            </a:extLst>
          </p:cNvPr>
          <p:cNvSpPr>
            <a:spLocks noGrp="1"/>
          </p:cNvSpPr>
          <p:nvPr>
            <p:ph type="sldNum" sz="quarter" idx="5"/>
          </p:nvPr>
        </p:nvSpPr>
        <p:spPr/>
        <p:txBody>
          <a:bodyPr/>
          <a:lstStyle/>
          <a:p>
            <a:fld id="{7DCE12D4-4BD6-4582-9E40-12C872CCF99F}" type="slidenum">
              <a:rPr lang="en-US" smtClean="0"/>
              <a:t>28</a:t>
            </a:fld>
            <a:endParaRPr lang="en-US"/>
          </a:p>
        </p:txBody>
      </p:sp>
    </p:spTree>
    <p:extLst>
      <p:ext uri="{BB962C8B-B14F-4D97-AF65-F5344CB8AC3E}">
        <p14:creationId xmlns:p14="http://schemas.microsoft.com/office/powerpoint/2010/main" val="36562327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F13C-0FA5-AA73-6097-D5F393071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9009C-0549-08A7-DD18-69B461A1E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6BDD8E-B936-1B69-E386-4B8A7FC2BFEA}"/>
              </a:ext>
            </a:extLst>
          </p:cNvPr>
          <p:cNvSpPr>
            <a:spLocks noGrp="1"/>
          </p:cNvSpPr>
          <p:nvPr>
            <p:ph type="body" idx="1"/>
          </p:nvPr>
        </p:nvSpPr>
        <p:spPr/>
        <p:txBody>
          <a:bodyPr/>
          <a:lstStyle/>
          <a:p>
            <a:r>
              <a:rPr lang="en-US" dirty="0"/>
              <a:t>An authentication sequence is optional if you have defined multiple external services. After you have defined your Authentication Profiles, you create the Authentication Sequence that lists the Authentication Profiles that should be checked to authenticate an administrator account and the order in which they should be checked. The Authentication Profiles should be from the most preferred method listed first to the least preferred method listed last. You can use the </a:t>
            </a:r>
            <a:r>
              <a:rPr lang="en-US" b="1" dirty="0"/>
              <a:t>Move Up </a:t>
            </a:r>
            <a:r>
              <a:rPr lang="en-US" dirty="0"/>
              <a:t>button or </a:t>
            </a:r>
            <a:r>
              <a:rPr lang="en-US" b="1" dirty="0"/>
              <a:t>Move Down </a:t>
            </a:r>
            <a:r>
              <a:rPr lang="en-US" dirty="0"/>
              <a:t>button to change the order of the listed profiles.</a:t>
            </a:r>
          </a:p>
          <a:p>
            <a:r>
              <a:rPr lang="en-US" dirty="0"/>
              <a:t>Suppose you have configured an authentication sequence; the firewall checks against each profile in sequence until one profile successfully authenticates the user. In our example, the firewall will first try to authenticate the user account using the </a:t>
            </a:r>
            <a:r>
              <a:rPr lang="en-US" dirty="0" err="1"/>
              <a:t>LDAP_Auth</a:t>
            </a:r>
            <a:r>
              <a:rPr lang="en-US" dirty="0"/>
              <a:t> profile. If the firewall fails to authenticate the user account using the </a:t>
            </a:r>
            <a:r>
              <a:rPr lang="en-US" dirty="0" err="1"/>
              <a:t>LDAP_Auth</a:t>
            </a:r>
            <a:r>
              <a:rPr lang="en-US" dirty="0"/>
              <a:t>, then the firewall will attempt to authenticate the user account using the </a:t>
            </a:r>
            <a:r>
              <a:rPr lang="en-US" dirty="0" err="1"/>
              <a:t>RADIUS_Auth</a:t>
            </a:r>
            <a:r>
              <a:rPr lang="en-US" dirty="0"/>
              <a:t> profile. A user account is denied access only if authentication fails for all the profiles in the sequence.</a:t>
            </a:r>
          </a:p>
          <a:p>
            <a:endParaRPr lang="en-US" dirty="0"/>
          </a:p>
        </p:txBody>
      </p:sp>
      <p:sp>
        <p:nvSpPr>
          <p:cNvPr id="4" name="Slide Number Placeholder 3">
            <a:extLst>
              <a:ext uri="{FF2B5EF4-FFF2-40B4-BE49-F238E27FC236}">
                <a16:creationId xmlns:a16="http://schemas.microsoft.com/office/drawing/2014/main" id="{4B6D2ED0-6673-4109-7B99-9261BB929169}"/>
              </a:ext>
            </a:extLst>
          </p:cNvPr>
          <p:cNvSpPr>
            <a:spLocks noGrp="1"/>
          </p:cNvSpPr>
          <p:nvPr>
            <p:ph type="sldNum" sz="quarter" idx="5"/>
          </p:nvPr>
        </p:nvSpPr>
        <p:spPr/>
        <p:txBody>
          <a:bodyPr/>
          <a:lstStyle/>
          <a:p>
            <a:fld id="{7DCE12D4-4BD6-4582-9E40-12C872CCF99F}" type="slidenum">
              <a:rPr lang="en-US" smtClean="0"/>
              <a:t>29</a:t>
            </a:fld>
            <a:endParaRPr lang="en-US"/>
          </a:p>
        </p:txBody>
      </p:sp>
    </p:spTree>
    <p:extLst>
      <p:ext uri="{BB962C8B-B14F-4D97-AF65-F5344CB8AC3E}">
        <p14:creationId xmlns:p14="http://schemas.microsoft.com/office/powerpoint/2010/main" val="23558661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136B-9BC7-9863-5397-AE6D91BED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D74FF-BA6D-869E-5B61-EB50CD74A2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860C0-A634-81D9-086D-7002F3FD2B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6B7B2A-F6E4-6626-8F1E-8E88135A3901}"/>
              </a:ext>
            </a:extLst>
          </p:cNvPr>
          <p:cNvSpPr>
            <a:spLocks noGrp="1"/>
          </p:cNvSpPr>
          <p:nvPr>
            <p:ph type="sldNum" sz="quarter" idx="5"/>
          </p:nvPr>
        </p:nvSpPr>
        <p:spPr/>
        <p:txBody>
          <a:bodyPr/>
          <a:lstStyle/>
          <a:p>
            <a:fld id="{7DCE12D4-4BD6-4582-9E40-12C872CCF99F}" type="slidenum">
              <a:rPr lang="en-US" smtClean="0"/>
              <a:t>30</a:t>
            </a:fld>
            <a:endParaRPr lang="en-US"/>
          </a:p>
        </p:txBody>
      </p:sp>
    </p:spTree>
    <p:extLst>
      <p:ext uri="{BB962C8B-B14F-4D97-AF65-F5344CB8AC3E}">
        <p14:creationId xmlns:p14="http://schemas.microsoft.com/office/powerpoint/2010/main" val="30524378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9EDE4-6088-7D8F-5E4B-36BD054C7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C4FA4-40F4-9CCD-8B21-C245971233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36987-28FF-BA68-77C1-FA8F600F2CBD}"/>
              </a:ext>
            </a:extLst>
          </p:cNvPr>
          <p:cNvSpPr>
            <a:spLocks noGrp="1"/>
          </p:cNvSpPr>
          <p:nvPr>
            <p:ph type="body" idx="1"/>
          </p:nvPr>
        </p:nvSpPr>
        <p:spPr/>
        <p:txBody>
          <a:bodyPr/>
          <a:lstStyle/>
          <a:p>
            <a:r>
              <a:rPr lang="en-US" dirty="0"/>
              <a:t>Palo Alto Networks firewalls support interactive and non-interactive authentication. In the example at the top, the user attempts to access the firewall. The firewall receives the user’s access request and responds with an interactive authentication page that requires the user to enter a valid username and a password. The credentials can be authenticated locally at the firewall or sent to an external authentication service.</a:t>
            </a:r>
          </a:p>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As a more secure alternative to password-based authentication to the firewall web interface, you can configure certificate-based authentication for administrator accounts that are local to the firewall. Certificate-based authentication involves exchanging and verifying a digital signature instead of a password. </a:t>
            </a:r>
            <a:r>
              <a:rPr lang="en-US" dirty="0"/>
              <a:t>In the example at the bottom, a user with a client certificate attempts to access the firewall. The firewall receives the user’s access request and transparently uses the client certificate to authenticate the user. This type of authentication occurs locally at the firewall. The user will be granted access if the certificate is deemed valid and the user is authorized to access the service or application. </a:t>
            </a:r>
          </a:p>
          <a:p>
            <a:r>
              <a:rPr lang="en-US" dirty="0"/>
              <a:t>Certificate-based authentication is available only when the firewall web interface is accessed, not the command-line interface. </a:t>
            </a:r>
          </a:p>
          <a:p>
            <a:endParaRPr lang="en-US" dirty="0"/>
          </a:p>
        </p:txBody>
      </p:sp>
      <p:sp>
        <p:nvSpPr>
          <p:cNvPr id="4" name="Slide Number Placeholder 3">
            <a:extLst>
              <a:ext uri="{FF2B5EF4-FFF2-40B4-BE49-F238E27FC236}">
                <a16:creationId xmlns:a16="http://schemas.microsoft.com/office/drawing/2014/main" id="{21C0D87A-A352-9C7D-DB38-A072D8092D9A}"/>
              </a:ext>
            </a:extLst>
          </p:cNvPr>
          <p:cNvSpPr>
            <a:spLocks noGrp="1"/>
          </p:cNvSpPr>
          <p:nvPr>
            <p:ph type="sldNum" sz="quarter" idx="5"/>
          </p:nvPr>
        </p:nvSpPr>
        <p:spPr/>
        <p:txBody>
          <a:bodyPr/>
          <a:lstStyle/>
          <a:p>
            <a:fld id="{7DCE12D4-4BD6-4582-9E40-12C872CCF99F}" type="slidenum">
              <a:rPr lang="en-US" smtClean="0"/>
              <a:t>31</a:t>
            </a:fld>
            <a:endParaRPr lang="en-US"/>
          </a:p>
        </p:txBody>
      </p:sp>
    </p:spTree>
    <p:extLst>
      <p:ext uri="{BB962C8B-B14F-4D97-AF65-F5344CB8AC3E}">
        <p14:creationId xmlns:p14="http://schemas.microsoft.com/office/powerpoint/2010/main" val="36063840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55346-AF77-49B6-D524-A00511270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3DB18-E35D-76B3-E08B-D6483D5368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2B15E-A460-5D03-C3AA-55DDB0FBA5BD}"/>
              </a:ext>
            </a:extLst>
          </p:cNvPr>
          <p:cNvSpPr>
            <a:spLocks noGrp="1"/>
          </p:cNvSpPr>
          <p:nvPr>
            <p:ph type="body" idx="1"/>
          </p:nvPr>
        </p:nvSpPr>
        <p:spPr/>
        <p:txBody>
          <a:bodyPr/>
          <a:lstStyle/>
          <a:p>
            <a:r>
              <a:rPr lang="en-US" dirty="0"/>
              <a:t>You can rely on a certificate and the information and public key it contains when the issuing certificate</a:t>
            </a:r>
            <a:r>
              <a:rPr lang="en-US" baseline="0" dirty="0"/>
              <a:t> authority (or </a:t>
            </a:r>
            <a:r>
              <a:rPr lang="en-US" dirty="0"/>
              <a:t>CA)</a:t>
            </a:r>
            <a:r>
              <a:rPr lang="en-US" baseline="0" dirty="0"/>
              <a:t> </a:t>
            </a:r>
            <a:r>
              <a:rPr lang="en-US" dirty="0"/>
              <a:t>is trusted. The signature on a certificate is valid. The receiving entity can recompute and compare the signature to ensure that a certificate has not been intercepted and altered by a malicious third party. </a:t>
            </a:r>
          </a:p>
          <a:p>
            <a:r>
              <a:rPr lang="en-US" dirty="0"/>
              <a:t>Suppose the certificate of the issuing CA is not added to the certificate store of a client. In that case, the client receives a certificate warning message when browsing secure websites verified by that CA.</a:t>
            </a:r>
          </a:p>
          <a:p>
            <a:r>
              <a:rPr lang="en-US" dirty="0"/>
              <a:t>After you have generated or imported a CA certificate at the firewall, configure your administrator accounts to use client certificates for non-interactive authentication to the web interface. A step in the process is to generate a client certificate for each administrative account. The root CA certificate will be used during the client certificate generation. You should export the certificate after it has been generated and then import it into the browser on your administrative workstation. Note that the configuration of certificate-based authentication for any administrator will automatically disable the username and password logins for all administrators on the firewall. The administrators will require a certificate to authenticate to the firewall for administrative purposes.</a:t>
            </a:r>
          </a:p>
          <a:p>
            <a:endParaRPr lang="en-US" dirty="0"/>
          </a:p>
        </p:txBody>
      </p:sp>
      <p:sp>
        <p:nvSpPr>
          <p:cNvPr id="4" name="Slide Number Placeholder 3">
            <a:extLst>
              <a:ext uri="{FF2B5EF4-FFF2-40B4-BE49-F238E27FC236}">
                <a16:creationId xmlns:a16="http://schemas.microsoft.com/office/drawing/2014/main" id="{75C4786D-BBD8-1705-F204-5CF2524E8E9B}"/>
              </a:ext>
            </a:extLst>
          </p:cNvPr>
          <p:cNvSpPr>
            <a:spLocks noGrp="1"/>
          </p:cNvSpPr>
          <p:nvPr>
            <p:ph type="sldNum" sz="quarter" idx="5"/>
          </p:nvPr>
        </p:nvSpPr>
        <p:spPr/>
        <p:txBody>
          <a:bodyPr/>
          <a:lstStyle/>
          <a:p>
            <a:fld id="{7DCE12D4-4BD6-4582-9E40-12C872CCF99F}" type="slidenum">
              <a:rPr lang="en-US" smtClean="0"/>
              <a:t>32</a:t>
            </a:fld>
            <a:endParaRPr lang="en-US"/>
          </a:p>
        </p:txBody>
      </p:sp>
    </p:spTree>
    <p:extLst>
      <p:ext uri="{BB962C8B-B14F-4D97-AF65-F5344CB8AC3E}">
        <p14:creationId xmlns:p14="http://schemas.microsoft.com/office/powerpoint/2010/main" val="40851171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EE59B-C986-5D67-4BF0-51E8325BA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D78B8-9BD8-B7D1-FE4D-1B428397A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EE7507-3F1F-9E08-3E9A-6DBD00453246}"/>
              </a:ext>
            </a:extLst>
          </p:cNvPr>
          <p:cNvSpPr>
            <a:spLocks noGrp="1"/>
          </p:cNvSpPr>
          <p:nvPr>
            <p:ph type="body" idx="1"/>
          </p:nvPr>
        </p:nvSpPr>
        <p:spPr/>
        <p:txBody>
          <a:bodyPr/>
          <a:lstStyle/>
          <a:p>
            <a:r>
              <a:rPr lang="en-US" dirty="0"/>
              <a:t>A </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Certificate profile defines the user and device authentication for Authentication Portal, multi-factor authentication (MFA),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GlobalProtect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site-to-site IPSec VPN, external dynamic list (EDL) validation, Dynamic DNS (DDNS), User-ID agent and TS agent access, and web interface access to Palo Alto Networks firewalls or Panorama. The profiles specify which certificates to use, how to verify certificate revocation status, and how that status constrains access. </a:t>
            </a:r>
            <a:r>
              <a:rPr lang="en-US" dirty="0"/>
              <a:t>You can configure a separate Certificate Profile for each service.</a:t>
            </a:r>
          </a:p>
          <a:p>
            <a:r>
              <a:rPr lang="en-US" dirty="0"/>
              <a:t>A Certificate Profile can contain one or more certificates. When you configure the certificates that your profile will use for authenticating your administrative accounts, you can either select an existing certificate or import a certificate from your enterprise CA. </a:t>
            </a:r>
          </a:p>
          <a:p>
            <a:r>
              <a:rPr lang="en-US" dirty="0"/>
              <a:t>A best practice when configuring your Certificate Profile is to enable Online Certificate Status Protocol (or OCSP) and a certificate revocation list (or CRL) for certificate status verification in your Certificate Profiles. OCSP allows the firewall to verify the certificate expiration dates. The firewall checks the revocation status of a certificate, typically using HTTP with a request-response format. The authority responding can reply with a status of good, revoked, or unknown for the certificate. A CRL is a list of serial numbers for certificates that have been revoked. The list is generated and published periodically by the CA that issued the corresponding certificates. If you configure both methods, the firewall first tries OCSP. Suppose OCSP fails to respond within the given time frame in the Certificate Status Timeout field. In that case, the firewall will attempt to verify the certificate’s validity using the CRL method.</a:t>
            </a:r>
          </a:p>
          <a:p>
            <a:r>
              <a:rPr lang="en-US" dirty="0"/>
              <a:t>Select the </a:t>
            </a:r>
            <a:r>
              <a:rPr lang="en-US" b="1" dirty="0"/>
              <a:t>Block session if certificate status is unknown</a:t>
            </a:r>
            <a:r>
              <a:rPr lang="en-US" dirty="0"/>
              <a:t> check box if you want the firewall to block sessions when the OCSP or CRL service returns a certificate revocation status of </a:t>
            </a:r>
            <a:r>
              <a:rPr lang="en-US" b="1" dirty="0"/>
              <a:t>unknown</a:t>
            </a:r>
            <a:r>
              <a:rPr lang="en-US" dirty="0"/>
              <a:t>. </a:t>
            </a:r>
          </a:p>
          <a:p>
            <a:r>
              <a:rPr lang="en-US" dirty="0"/>
              <a:t>Select the </a:t>
            </a:r>
            <a:r>
              <a:rPr lang="en-US" b="1" dirty="0"/>
              <a:t>Block session if certificate status cannot be retrieved within the timeout</a:t>
            </a:r>
            <a:r>
              <a:rPr lang="en-US" dirty="0"/>
              <a:t> check box if you want the firewall to block sessions after it registers an OCSP or CRL request timeout. </a:t>
            </a:r>
          </a:p>
          <a:p>
            <a:endParaRPr lang="en-US" dirty="0"/>
          </a:p>
        </p:txBody>
      </p:sp>
      <p:sp>
        <p:nvSpPr>
          <p:cNvPr id="4" name="Slide Number Placeholder 3">
            <a:extLst>
              <a:ext uri="{FF2B5EF4-FFF2-40B4-BE49-F238E27FC236}">
                <a16:creationId xmlns:a16="http://schemas.microsoft.com/office/drawing/2014/main" id="{CCB4F149-70DF-CF66-56F6-C5551B450021}"/>
              </a:ext>
            </a:extLst>
          </p:cNvPr>
          <p:cNvSpPr>
            <a:spLocks noGrp="1"/>
          </p:cNvSpPr>
          <p:nvPr>
            <p:ph type="sldNum" sz="quarter" idx="5"/>
          </p:nvPr>
        </p:nvSpPr>
        <p:spPr/>
        <p:txBody>
          <a:bodyPr/>
          <a:lstStyle/>
          <a:p>
            <a:fld id="{7DCE12D4-4BD6-4582-9E40-12C872CCF99F}" type="slidenum">
              <a:rPr lang="en-US" smtClean="0"/>
              <a:t>33</a:t>
            </a:fld>
            <a:endParaRPr lang="en-US"/>
          </a:p>
        </p:txBody>
      </p:sp>
    </p:spTree>
    <p:extLst>
      <p:ext uri="{BB962C8B-B14F-4D97-AF65-F5344CB8AC3E}">
        <p14:creationId xmlns:p14="http://schemas.microsoft.com/office/powerpoint/2010/main" val="29837723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2D02C-7C67-D8A6-162B-4819BF766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31012-752B-3E7A-ED7B-D1836D0E41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9E4BC-6B9E-4ACD-AE58-446B11BA7E6E}"/>
              </a:ext>
            </a:extLst>
          </p:cNvPr>
          <p:cNvSpPr>
            <a:spLocks noGrp="1"/>
          </p:cNvSpPr>
          <p:nvPr>
            <p:ph type="body" idx="1"/>
          </p:nvPr>
        </p:nvSpPr>
        <p:spPr/>
        <p:txBody>
          <a:bodyPr/>
          <a:lstStyle/>
          <a:p>
            <a:r>
              <a:rPr lang="en-US" dirty="0"/>
              <a:t>After creating your Certificate Profile, browse to </a:t>
            </a:r>
            <a:r>
              <a:rPr lang="en-US" b="1" dirty="0"/>
              <a:t>Device &gt; </a:t>
            </a:r>
            <a:r>
              <a:rPr lang="en-US" b="1" dirty="0">
                <a:sym typeface="Wingdings" pitchFamily="2" charset="2"/>
              </a:rPr>
              <a:t>Setup &gt; Management </a:t>
            </a:r>
            <a:r>
              <a:rPr lang="en-US" dirty="0">
                <a:sym typeface="Wingdings" pitchFamily="2" charset="2"/>
              </a:rPr>
              <a:t>and click the </a:t>
            </a:r>
            <a:r>
              <a:rPr lang="en-US" b="1" dirty="0">
                <a:sym typeface="Wingdings" pitchFamily="2" charset="2"/>
              </a:rPr>
              <a:t>Authentication Settings </a:t>
            </a:r>
            <a:r>
              <a:rPr lang="en-US" dirty="0">
                <a:sym typeface="Wingdings" pitchFamily="2" charset="2"/>
              </a:rPr>
              <a:t>gear icon. For the </a:t>
            </a:r>
            <a:r>
              <a:rPr lang="en-US" b="1" dirty="0"/>
              <a:t>Certificate Profile</a:t>
            </a:r>
            <a:r>
              <a:rPr lang="en-US" dirty="0"/>
              <a:t>, </a:t>
            </a:r>
            <a:r>
              <a:rPr lang="en-US" dirty="0">
                <a:sym typeface="Wingdings" pitchFamily="2" charset="2"/>
              </a:rPr>
              <a:t>select from the drop-down list the profile you created. Specifying a Certificate Profile enables certificate authentication only for web interface users, not CLI users.</a:t>
            </a:r>
          </a:p>
          <a:p>
            <a:r>
              <a:rPr lang="en-US" dirty="0">
                <a:sym typeface="Wingdings" pitchFamily="2" charset="2"/>
              </a:rPr>
              <a:t>This configuration enables the firewall to verify the client certificates for any administrator accounts you have configured for certificate-based firewall access. </a:t>
            </a:r>
          </a:p>
          <a:p>
            <a:pPr marL="0" marR="0" lvl="0" indent="0" algn="l" defTabSz="457200" rtl="0" eaLnBrk="1" fontAlgn="auto" latinLnBrk="0" hangingPunct="1">
              <a:lnSpc>
                <a:spcPts val="1300"/>
              </a:lnSpc>
              <a:spcBef>
                <a:spcPts val="900"/>
              </a:spcBef>
              <a:spcAft>
                <a:spcPts val="0"/>
              </a:spcAft>
              <a:buClrTx/>
              <a:buSzTx/>
              <a:buFontTx/>
              <a:buNone/>
              <a:tabLst/>
              <a:defRPr/>
            </a:pPr>
            <a:r>
              <a:rPr lang="en-US" dirty="0"/>
              <a:t>It is important to remember that configuring certificate-based authentication for any administrator will automatically disable the username and password logins for all administrators on the firewall. All administrators will require a certificate to authenticate to the firewall for administrative purposes.</a:t>
            </a:r>
          </a:p>
          <a:p>
            <a:endParaRPr lang="en-US" dirty="0"/>
          </a:p>
        </p:txBody>
      </p:sp>
      <p:sp>
        <p:nvSpPr>
          <p:cNvPr id="4" name="Slide Number Placeholder 3">
            <a:extLst>
              <a:ext uri="{FF2B5EF4-FFF2-40B4-BE49-F238E27FC236}">
                <a16:creationId xmlns:a16="http://schemas.microsoft.com/office/drawing/2014/main" id="{C9F0B44D-FE6E-EE1E-3D50-B41FCDD24A47}"/>
              </a:ext>
            </a:extLst>
          </p:cNvPr>
          <p:cNvSpPr>
            <a:spLocks noGrp="1"/>
          </p:cNvSpPr>
          <p:nvPr>
            <p:ph type="sldNum" sz="quarter" idx="5"/>
          </p:nvPr>
        </p:nvSpPr>
        <p:spPr/>
        <p:txBody>
          <a:bodyPr/>
          <a:lstStyle/>
          <a:p>
            <a:fld id="{7DCE12D4-4BD6-4582-9E40-12C872CCF99F}" type="slidenum">
              <a:rPr lang="en-US" smtClean="0"/>
              <a:t>34</a:t>
            </a:fld>
            <a:endParaRPr lang="en-US"/>
          </a:p>
        </p:txBody>
      </p:sp>
    </p:spTree>
    <p:extLst>
      <p:ext uri="{BB962C8B-B14F-4D97-AF65-F5344CB8AC3E}">
        <p14:creationId xmlns:p14="http://schemas.microsoft.com/office/powerpoint/2010/main" val="41280356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CEF05-4A3F-B17E-6D9F-0BCAD18EC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ECFD7-2F6A-AEE4-AD85-E8BF9507D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5649AA-59B8-D9A0-0EE9-EDCE01C403DB}"/>
              </a:ext>
            </a:extLst>
          </p:cNvPr>
          <p:cNvSpPr>
            <a:spLocks noGrp="1"/>
          </p:cNvSpPr>
          <p:nvPr>
            <p:ph type="body" idx="1"/>
          </p:nvPr>
        </p:nvSpPr>
        <p:spPr/>
        <p:txBody>
          <a:bodyPr/>
          <a:lstStyle/>
          <a:p>
            <a:r>
              <a:rPr lang="en-US" dirty="0"/>
              <a:t>To create a firewall administrator account, browse to </a:t>
            </a:r>
            <a:r>
              <a:rPr lang="en-US" b="1" dirty="0"/>
              <a:t>Device &gt; Administrators </a:t>
            </a:r>
            <a:r>
              <a:rPr lang="en-US" dirty="0"/>
              <a:t>and click </a:t>
            </a:r>
            <a:r>
              <a:rPr lang="en-US" b="1" dirty="0"/>
              <a:t>Add</a:t>
            </a:r>
            <a:r>
              <a:rPr lang="en-US" dirty="0"/>
              <a:t>. Enter the user’s name in the </a:t>
            </a:r>
            <a:r>
              <a:rPr lang="en-US" b="1" dirty="0"/>
              <a:t>Name</a:t>
            </a:r>
            <a:r>
              <a:rPr lang="en-US" dirty="0"/>
              <a:t> field. </a:t>
            </a:r>
          </a:p>
          <a:p>
            <a:r>
              <a:rPr lang="en-US" dirty="0"/>
              <a:t>Select the </a:t>
            </a:r>
            <a:r>
              <a:rPr lang="en-US" b="1" dirty="0"/>
              <a:t>Use only client certificate authentication (Web) </a:t>
            </a:r>
            <a:r>
              <a:rPr lang="en-US" dirty="0"/>
              <a:t>check box to configure the firewall to use certificate-based authentication for this user. Certificate-based authentication replaces all other forms of either local or external authentication. If you select the check box, the </a:t>
            </a:r>
            <a:r>
              <a:rPr lang="en-US" b="1" dirty="0"/>
              <a:t>Authentication Profile </a:t>
            </a:r>
            <a:r>
              <a:rPr lang="en-US" dirty="0"/>
              <a:t>drop-down list is no longer available in this dialog box. </a:t>
            </a:r>
          </a:p>
          <a:p>
            <a:r>
              <a:rPr lang="en-US" dirty="0"/>
              <a:t>Certificate-based authentication is available only to users accessing the firewall through the web interface. Certificate-based authentication is unavailable for the firewall's command-line (CLI) access. </a:t>
            </a:r>
          </a:p>
          <a:p>
            <a:r>
              <a:rPr lang="en-US" dirty="0"/>
              <a:t>As is the case with all users who</a:t>
            </a:r>
            <a:r>
              <a:rPr lang="en-US" baseline="0" dirty="0"/>
              <a:t> </a:t>
            </a:r>
            <a:r>
              <a:rPr lang="en-US" dirty="0"/>
              <a:t>access the firewall, you assign the user either a </a:t>
            </a:r>
            <a:r>
              <a:rPr lang="en-US" b="1" dirty="0"/>
              <a:t>Dynamic</a:t>
            </a:r>
            <a:r>
              <a:rPr lang="en-US" dirty="0"/>
              <a:t> or a </a:t>
            </a:r>
            <a:r>
              <a:rPr lang="en-US" b="1" dirty="0"/>
              <a:t>Role Based </a:t>
            </a:r>
            <a:r>
              <a:rPr lang="en-US" dirty="0"/>
              <a:t>Authentication Profile. The options on the </a:t>
            </a:r>
            <a:r>
              <a:rPr lang="en-US" b="1" dirty="0"/>
              <a:t>Profile</a:t>
            </a:r>
            <a:r>
              <a:rPr lang="en-US" dirty="0"/>
              <a:t> drop-down list vary</a:t>
            </a:r>
            <a:r>
              <a:rPr lang="en-US" baseline="0" dirty="0"/>
              <a:t> </a:t>
            </a:r>
            <a:r>
              <a:rPr lang="en-US" dirty="0"/>
              <a:t>depending on whether you select the </a:t>
            </a:r>
            <a:r>
              <a:rPr lang="en-US" b="1" dirty="0"/>
              <a:t>Dynamic</a:t>
            </a:r>
            <a:r>
              <a:rPr lang="en-US" dirty="0"/>
              <a:t> or the </a:t>
            </a:r>
            <a:r>
              <a:rPr lang="en-US" b="1" dirty="0"/>
              <a:t>Role-Based </a:t>
            </a:r>
            <a:r>
              <a:rPr lang="en-US" dirty="0"/>
              <a:t>radio button. </a:t>
            </a:r>
          </a:p>
          <a:p>
            <a:endParaRPr lang="en-US" dirty="0"/>
          </a:p>
        </p:txBody>
      </p:sp>
      <p:sp>
        <p:nvSpPr>
          <p:cNvPr id="4" name="Slide Number Placeholder 3">
            <a:extLst>
              <a:ext uri="{FF2B5EF4-FFF2-40B4-BE49-F238E27FC236}">
                <a16:creationId xmlns:a16="http://schemas.microsoft.com/office/drawing/2014/main" id="{25A1BD44-B15B-2D5A-F1A6-CA76EBF41ABA}"/>
              </a:ext>
            </a:extLst>
          </p:cNvPr>
          <p:cNvSpPr>
            <a:spLocks noGrp="1"/>
          </p:cNvSpPr>
          <p:nvPr>
            <p:ph type="sldNum" sz="quarter" idx="5"/>
          </p:nvPr>
        </p:nvSpPr>
        <p:spPr/>
        <p:txBody>
          <a:bodyPr/>
          <a:lstStyle/>
          <a:p>
            <a:fld id="{7DCE12D4-4BD6-4582-9E40-12C872CCF99F}" type="slidenum">
              <a:rPr lang="en-US" smtClean="0"/>
              <a:t>35</a:t>
            </a:fld>
            <a:endParaRPr lang="en-US"/>
          </a:p>
        </p:txBody>
      </p:sp>
    </p:spTree>
    <p:extLst>
      <p:ext uri="{BB962C8B-B14F-4D97-AF65-F5344CB8AC3E}">
        <p14:creationId xmlns:p14="http://schemas.microsoft.com/office/powerpoint/2010/main" val="13301303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Group discussion for 5 minutes. Then class discussion.</a:t>
            </a:r>
          </a:p>
          <a:p>
            <a:endParaRPr lang="en-US" sz="1200" dirty="0"/>
          </a:p>
          <a:p>
            <a:pPr marL="800100" lvl="1" indent="-342900">
              <a:lnSpc>
                <a:spcPct val="115000"/>
              </a:lnSpc>
              <a:spcAft>
                <a:spcPts val="800"/>
              </a:spcAft>
              <a:buSzPts val="1000"/>
              <a:buFont typeface="Symbol" panose="05050102010706020507" pitchFamily="18" charset="2"/>
              <a:buChar char=""/>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Local Accounts:</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Credentials stored on the firewall.</a:t>
            </a:r>
          </a:p>
          <a:p>
            <a:pPr marL="800100" lvl="1" indent="-342900">
              <a:lnSpc>
                <a:spcPct val="115000"/>
              </a:lnSpc>
              <a:spcAft>
                <a:spcPts val="800"/>
              </a:spcAft>
              <a:buSzPts val="1000"/>
              <a:buFont typeface="Symbol" panose="05050102010706020507" pitchFamily="18" charset="2"/>
              <a:buChar char=""/>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Remote Accounts:</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Credentials stored in external systems (LDAP, RADIUS, TACACS+, SAML, Kerberos).</a:t>
            </a:r>
          </a:p>
        </p:txBody>
      </p:sp>
      <p:sp>
        <p:nvSpPr>
          <p:cNvPr id="4" name="Slide Number Placeholder 3"/>
          <p:cNvSpPr>
            <a:spLocks noGrp="1"/>
          </p:cNvSpPr>
          <p:nvPr>
            <p:ph type="sldNum" sz="quarter" idx="5"/>
          </p:nvPr>
        </p:nvSpPr>
        <p:spPr/>
        <p:txBody>
          <a:bodyPr/>
          <a:lstStyle/>
          <a:p>
            <a:fld id="{7DCE12D4-4BD6-4582-9E40-12C872CCF99F}" type="slidenum">
              <a:rPr lang="en-US" smtClean="0"/>
              <a:t>36</a:t>
            </a:fld>
            <a:endParaRPr lang="en-US"/>
          </a:p>
        </p:txBody>
      </p:sp>
    </p:spTree>
    <p:extLst>
      <p:ext uri="{BB962C8B-B14F-4D97-AF65-F5344CB8AC3E}">
        <p14:creationId xmlns:p14="http://schemas.microsoft.com/office/powerpoint/2010/main" val="23508338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D5D4B-5F4A-294B-DDA1-6B7E63880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217EE-EF42-C58F-3991-4C02D40D1A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17C2BF-335A-03CE-A366-D0B86860CB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0DBCC4-8094-5EC7-0314-B69B4847FC1A}"/>
              </a:ext>
            </a:extLst>
          </p:cNvPr>
          <p:cNvSpPr>
            <a:spLocks noGrp="1"/>
          </p:cNvSpPr>
          <p:nvPr>
            <p:ph type="sldNum" sz="quarter" idx="5"/>
          </p:nvPr>
        </p:nvSpPr>
        <p:spPr/>
        <p:txBody>
          <a:bodyPr/>
          <a:lstStyle/>
          <a:p>
            <a:fld id="{7DCE12D4-4BD6-4582-9E40-12C872CCF99F}" type="slidenum">
              <a:rPr lang="en-US" smtClean="0"/>
              <a:t>37</a:t>
            </a:fld>
            <a:endParaRPr lang="en-US"/>
          </a:p>
        </p:txBody>
      </p:sp>
    </p:spTree>
    <p:extLst>
      <p:ext uri="{BB962C8B-B14F-4D97-AF65-F5344CB8AC3E}">
        <p14:creationId xmlns:p14="http://schemas.microsoft.com/office/powerpoint/2010/main" val="24126694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5F05D-03F0-D193-8C42-F54264CA1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6B939-D6D0-26F1-0A31-5139704F4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03AE8E-3DB4-756D-1697-14F5070775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D325EF-6DCB-E171-463A-67075F5F97CC}"/>
              </a:ext>
            </a:extLst>
          </p:cNvPr>
          <p:cNvSpPr>
            <a:spLocks noGrp="1"/>
          </p:cNvSpPr>
          <p:nvPr>
            <p:ph type="sldNum" sz="quarter" idx="5"/>
          </p:nvPr>
        </p:nvSpPr>
        <p:spPr/>
        <p:txBody>
          <a:bodyPr/>
          <a:lstStyle/>
          <a:p>
            <a:fld id="{7DCE12D4-4BD6-4582-9E40-12C872CCF99F}" type="slidenum">
              <a:rPr lang="en-US" smtClean="0"/>
              <a:t>38</a:t>
            </a:fld>
            <a:endParaRPr lang="en-US"/>
          </a:p>
        </p:txBody>
      </p:sp>
    </p:spTree>
    <p:extLst>
      <p:ext uri="{BB962C8B-B14F-4D97-AF65-F5344CB8AC3E}">
        <p14:creationId xmlns:p14="http://schemas.microsoft.com/office/powerpoint/2010/main" val="1447389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B1480-C3C2-0550-F94F-A38890E1E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84DA6-1845-33D8-A07D-C9BF46C18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F7C16-5932-84C7-ABD6-B1BB74AD48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5FBF11-A8AB-116C-8455-6FCAF6C99694}"/>
              </a:ext>
            </a:extLst>
          </p:cNvPr>
          <p:cNvSpPr>
            <a:spLocks noGrp="1"/>
          </p:cNvSpPr>
          <p:nvPr>
            <p:ph type="sldNum" sz="quarter" idx="5"/>
          </p:nvPr>
        </p:nvSpPr>
        <p:spPr/>
        <p:txBody>
          <a:bodyPr/>
          <a:lstStyle/>
          <a:p>
            <a:fld id="{7DCE12D4-4BD6-4582-9E40-12C872CCF99F}" type="slidenum">
              <a:rPr lang="en-US" smtClean="0"/>
              <a:t>39</a:t>
            </a:fld>
            <a:endParaRPr lang="en-US"/>
          </a:p>
        </p:txBody>
      </p:sp>
    </p:spTree>
    <p:extLst>
      <p:ext uri="{BB962C8B-B14F-4D97-AF65-F5344CB8AC3E}">
        <p14:creationId xmlns:p14="http://schemas.microsoft.com/office/powerpoint/2010/main" val="19589255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CE12D4-4BD6-4582-9E40-12C872CCF99F}" type="slidenum">
              <a:rPr lang="en-US" smtClean="0"/>
              <a:t>41</a:t>
            </a:fld>
            <a:endParaRPr lang="en-US"/>
          </a:p>
        </p:txBody>
      </p:sp>
    </p:spTree>
    <p:extLst>
      <p:ext uri="{BB962C8B-B14F-4D97-AF65-F5344CB8AC3E}">
        <p14:creationId xmlns:p14="http://schemas.microsoft.com/office/powerpoint/2010/main" val="3420686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34" y="0"/>
            <a:ext cx="1218353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60090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199766" y="3199766"/>
            <a:ext cx="6858000" cy="458468"/>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200" y="5809488"/>
            <a:ext cx="4114800" cy="1048512"/>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2007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458468"/>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200" y="5809488"/>
            <a:ext cx="4114800" cy="1048512"/>
          </a:xfrm>
          <a:prstGeom prst="rect">
            <a:avLst/>
          </a:prstGeom>
        </p:spPr>
      </p:pic>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55517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199766" y="3199766"/>
            <a:ext cx="6858000" cy="458468"/>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200" y="5809488"/>
            <a:ext cx="4114800" cy="1048512"/>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1817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199766" y="3199766"/>
            <a:ext cx="6858000" cy="458468"/>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200" y="5809488"/>
            <a:ext cx="4114800" cy="1048512"/>
          </a:xfrm>
          <a:prstGeom prst="rect">
            <a:avLst/>
          </a:prstGeom>
        </p:spPr>
      </p:pic>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7663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199766" y="3199766"/>
            <a:ext cx="6858000" cy="45846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200" y="5809488"/>
            <a:ext cx="4114800" cy="1048512"/>
          </a:xfrm>
          <a:prstGeom prst="rect">
            <a:avLst/>
          </a:prstGeom>
        </p:spPr>
      </p:pic>
    </p:spTree>
    <p:extLst>
      <p:ext uri="{BB962C8B-B14F-4D97-AF65-F5344CB8AC3E}">
        <p14:creationId xmlns:p14="http://schemas.microsoft.com/office/powerpoint/2010/main" val="273872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34" y="0"/>
            <a:ext cx="1218353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265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199766" y="3199766"/>
            <a:ext cx="6858000" cy="458468"/>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200" y="5809488"/>
            <a:ext cx="4114800" cy="1048512"/>
          </a:xfrm>
          <a:prstGeom prst="rect">
            <a:avLst/>
          </a:prstGeom>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228141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199766" y="3199766"/>
            <a:ext cx="6858000" cy="458468"/>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200" y="5809488"/>
            <a:ext cx="4114800" cy="1048512"/>
          </a:xfrm>
          <a:prstGeom prst="rect">
            <a:avLst/>
          </a:prstGeom>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680839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533766" y="3199766"/>
            <a:ext cx="6858000" cy="458468"/>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1533144" y="4276344"/>
            <a:ext cx="4114800" cy="1048512"/>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9208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533144" y="4276344"/>
            <a:ext cx="4114800" cy="1048512"/>
          </a:xfrm>
          <a:prstGeom prst="rect">
            <a:avLst/>
          </a:prstGeom>
        </p:spPr>
      </p:pic>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8533766" y="3199766"/>
            <a:ext cx="6858000" cy="458468"/>
          </a:xfrm>
          <a:prstGeom prst="rect">
            <a:avLst/>
          </a:prstGeom>
        </p:spPr>
      </p:pic>
    </p:spTree>
    <p:extLst>
      <p:ext uri="{BB962C8B-B14F-4D97-AF65-F5344CB8AC3E}">
        <p14:creationId xmlns:p14="http://schemas.microsoft.com/office/powerpoint/2010/main" val="21934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6129E1-9C98-4B3C-9A57-C32F77B212FE}" type="datetimeFigureOut">
              <a:rPr lang="en-US" smtClean="0"/>
              <a:t>9/15/2025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07D224-7F76-4B45-9A0A-5ADA8B4D78DD}" type="slidenum">
              <a:rPr lang="en-US" smtClean="0"/>
              <a:t>‹#›</a:t>
            </a:fld>
            <a:endParaRPr lang="en-US"/>
          </a:p>
        </p:txBody>
      </p:sp>
    </p:spTree>
    <p:extLst>
      <p:ext uri="{BB962C8B-B14F-4D97-AF65-F5344CB8AC3E}">
        <p14:creationId xmlns:p14="http://schemas.microsoft.com/office/powerpoint/2010/main" val="988465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Gotham Bold"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otham Book"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otham Book"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otham Book"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otham Book"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otham Book"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unit42.paloaltonetworks.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IT Security 2</a:t>
            </a:r>
          </a:p>
        </p:txBody>
      </p:sp>
      <p:sp>
        <p:nvSpPr>
          <p:cNvPr id="3" name="Subtitle 2"/>
          <p:cNvSpPr>
            <a:spLocks noGrp="1"/>
          </p:cNvSpPr>
          <p:nvPr>
            <p:ph type="subTitle" idx="1"/>
          </p:nvPr>
        </p:nvSpPr>
        <p:spPr/>
        <p:txBody>
          <a:bodyPr>
            <a:normAutofit/>
          </a:bodyPr>
          <a:lstStyle/>
          <a:p>
            <a:r>
              <a:rPr lang="en-US" dirty="0"/>
              <a:t>Unit 4 – Admin Accounts</a:t>
            </a:r>
          </a:p>
          <a:p>
            <a:endParaRPr lang="en-US" dirty="0"/>
          </a:p>
          <a:p>
            <a:r>
              <a:rPr lang="en-US" sz="2000" i="1" dirty="0"/>
              <a:t>Instructor: Brian Krause</a:t>
            </a:r>
          </a:p>
        </p:txBody>
      </p:sp>
    </p:spTree>
    <p:extLst>
      <p:ext uri="{BB962C8B-B14F-4D97-AF65-F5344CB8AC3E}">
        <p14:creationId xmlns:p14="http://schemas.microsoft.com/office/powerpoint/2010/main" val="1257880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725B-04D5-485B-B840-345B316FA258}"/>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46C84E81-DED3-4568-88B4-3AA322CD69B6}"/>
              </a:ext>
            </a:extLst>
          </p:cNvPr>
          <p:cNvSpPr>
            <a:spLocks noGrp="1"/>
          </p:cNvSpPr>
          <p:nvPr>
            <p:ph idx="1"/>
          </p:nvPr>
        </p:nvSpPr>
        <p:spPr>
          <a:xfrm>
            <a:off x="838200" y="1540701"/>
            <a:ext cx="11174260" cy="5098094"/>
          </a:xfrm>
        </p:spPr>
        <p:txBody>
          <a:bodyPr>
            <a:normAutofit/>
          </a:bodyPr>
          <a:lstStyle/>
          <a:p>
            <a:r>
              <a:rPr lang="en-US" dirty="0"/>
              <a:t>Class Questions Results</a:t>
            </a:r>
          </a:p>
          <a:p>
            <a:endParaRPr lang="en-US" dirty="0"/>
          </a:p>
          <a:p>
            <a:r>
              <a:rPr lang="en-US" dirty="0"/>
              <a:t>IT Club Meeting this Wednesday at noon!</a:t>
            </a:r>
          </a:p>
          <a:p>
            <a:endParaRPr lang="en-US" dirty="0"/>
          </a:p>
          <a:p>
            <a:r>
              <a:rPr lang="en-US" dirty="0"/>
              <a:t>Cool source of news: PAN Unit 42 </a:t>
            </a:r>
            <a:r>
              <a:rPr lang="en-US" dirty="0">
                <a:hlinkClick r:id="rId3"/>
              </a:rPr>
              <a:t>https://unit42.paloaltonetworks.com/</a:t>
            </a:r>
            <a:endParaRPr lang="en-US" dirty="0"/>
          </a:p>
          <a:p>
            <a:endParaRPr lang="en-US" dirty="0"/>
          </a:p>
        </p:txBody>
      </p:sp>
    </p:spTree>
    <p:extLst>
      <p:ext uri="{BB962C8B-B14F-4D97-AF65-F5344CB8AC3E}">
        <p14:creationId xmlns:p14="http://schemas.microsoft.com/office/powerpoint/2010/main" val="2102256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300CE-87DA-4E24-B542-58138506F10B}"/>
              </a:ext>
            </a:extLst>
          </p:cNvPr>
          <p:cNvSpPr>
            <a:spLocks noGrp="1"/>
          </p:cNvSpPr>
          <p:nvPr>
            <p:ph type="title"/>
          </p:nvPr>
        </p:nvSpPr>
        <p:spPr/>
        <p:txBody>
          <a:bodyPr/>
          <a:lstStyle/>
          <a:p>
            <a:r>
              <a:rPr lang="en-US" dirty="0"/>
              <a:t>Admin Account Overview</a:t>
            </a:r>
          </a:p>
        </p:txBody>
      </p:sp>
      <p:sp>
        <p:nvSpPr>
          <p:cNvPr id="3" name="Text Placeholder 2">
            <a:extLst>
              <a:ext uri="{FF2B5EF4-FFF2-40B4-BE49-F238E27FC236}">
                <a16:creationId xmlns:a16="http://schemas.microsoft.com/office/drawing/2014/main" id="{2DAA0EC8-D1A9-4D83-B009-6CADE2F8C507}"/>
              </a:ext>
            </a:extLst>
          </p:cNvPr>
          <p:cNvSpPr>
            <a:spLocks noGrp="1"/>
          </p:cNvSpPr>
          <p:nvPr>
            <p:ph type="body" idx="1"/>
          </p:nvPr>
        </p:nvSpPr>
        <p:spPr/>
        <p:txBody>
          <a:bodyPr>
            <a:normAutofit lnSpcReduction="10000"/>
          </a:bodyPr>
          <a:lstStyle/>
          <a:p>
            <a:endParaRPr lang="en-US" dirty="0"/>
          </a:p>
          <a:p>
            <a:endParaRPr lang="en-US" sz="2200" i="1" dirty="0"/>
          </a:p>
          <a:p>
            <a:r>
              <a:rPr lang="en-US" sz="2200" i="1" dirty="0"/>
              <a:t>Some slides were adapted from Palo-Alto for use in this class. Content is a mesh between vendor provided information and instructor comments.</a:t>
            </a:r>
          </a:p>
        </p:txBody>
      </p:sp>
    </p:spTree>
    <p:extLst>
      <p:ext uri="{BB962C8B-B14F-4D97-AF65-F5344CB8AC3E}">
        <p14:creationId xmlns:p14="http://schemas.microsoft.com/office/powerpoint/2010/main" val="512446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43848" y="-165381"/>
            <a:ext cx="10178914" cy="1031097"/>
          </a:xfrm>
        </p:spPr>
        <p:txBody>
          <a:bodyPr>
            <a:norm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sz="2800" dirty="0"/>
              <a:t>Flow Logic of </a:t>
            </a:r>
            <a:r>
              <a:rPr lang="en-US" sz="3200" dirty="0"/>
              <a:t>the</a:t>
            </a:r>
            <a:r>
              <a:rPr lang="en-US" sz="2800" dirty="0"/>
              <a:t> Next-Generation Firewall</a:t>
            </a:r>
          </a:p>
        </p:txBody>
      </p:sp>
      <p:sp>
        <p:nvSpPr>
          <p:cNvPr id="2" name="Rectangle 1">
            <a:extLst>
              <a:ext uri="{FF2B5EF4-FFF2-40B4-BE49-F238E27FC236}">
                <a16:creationId xmlns:a16="http://schemas.microsoft.com/office/drawing/2014/main" id="{62C322D6-8C21-495F-9AEA-05C755A93D67}"/>
              </a:ext>
            </a:extLst>
          </p:cNvPr>
          <p:cNvSpPr/>
          <p:nvPr/>
        </p:nvSpPr>
        <p:spPr>
          <a:xfrm>
            <a:off x="542822" y="653681"/>
            <a:ext cx="11528882" cy="263888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509ECA46-8CED-48AD-A4E2-54E3BF4620FA}"/>
              </a:ext>
            </a:extLst>
          </p:cNvPr>
          <p:cNvSpPr/>
          <p:nvPr/>
        </p:nvSpPr>
        <p:spPr>
          <a:xfrm>
            <a:off x="543848" y="3282483"/>
            <a:ext cx="11528882" cy="2638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F9D0E5C-4EF3-470A-A5F1-34021126CE61}"/>
              </a:ext>
            </a:extLst>
          </p:cNvPr>
          <p:cNvSpPr/>
          <p:nvPr/>
        </p:nvSpPr>
        <p:spPr>
          <a:xfrm>
            <a:off x="1825597" y="3969260"/>
            <a:ext cx="3291840" cy="137556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819C8E2-3DDF-44CE-976C-6A89B4F56983}"/>
              </a:ext>
            </a:extLst>
          </p:cNvPr>
          <p:cNvSpPr/>
          <p:nvPr/>
        </p:nvSpPr>
        <p:spPr>
          <a:xfrm>
            <a:off x="6091692" y="3969260"/>
            <a:ext cx="3291840" cy="1375563"/>
          </a:xfrm>
          <a:prstGeom prst="rect">
            <a:avLst/>
          </a:prstGeom>
          <a:solidFill>
            <a:schemeClr val="accent5">
              <a:lumMod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EF3AEA3-DF75-464E-9033-9D2ECF7CFBC1}"/>
              </a:ext>
            </a:extLst>
          </p:cNvPr>
          <p:cNvSpPr/>
          <p:nvPr/>
        </p:nvSpPr>
        <p:spPr>
          <a:xfrm>
            <a:off x="10179503" y="3943073"/>
            <a:ext cx="1699897" cy="1468342"/>
          </a:xfrm>
          <a:prstGeom prst="ellipse">
            <a:avLst/>
          </a:prstGeom>
          <a:solidFill>
            <a:schemeClr val="accent5">
              <a:lumMod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3DE2F00D-E1AF-48CC-A532-164C6B131F44}"/>
              </a:ext>
            </a:extLst>
          </p:cNvPr>
          <p:cNvSpPr/>
          <p:nvPr/>
        </p:nvSpPr>
        <p:spPr>
          <a:xfrm rot="5400000">
            <a:off x="9167191" y="4416409"/>
            <a:ext cx="837731" cy="395445"/>
          </a:xfrm>
          <a:prstGeom prs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63" name="Picture 2" descr="STOP! READ THIS ABOUT FRED LOYA INSURANCE!">
            <a:extLst>
              <a:ext uri="{FF2B5EF4-FFF2-40B4-BE49-F238E27FC236}">
                <a16:creationId xmlns:a16="http://schemas.microsoft.com/office/drawing/2014/main" id="{A154C396-96EF-409C-83BE-79D1564F020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68050" y="122695"/>
            <a:ext cx="905211" cy="90521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51584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43848" y="-165381"/>
            <a:ext cx="10178914" cy="1031097"/>
          </a:xfrm>
        </p:spPr>
        <p:txBody>
          <a:bodyPr>
            <a:norm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sz="2800" dirty="0"/>
              <a:t>Flow Logic of </a:t>
            </a:r>
            <a:r>
              <a:rPr lang="en-US" sz="3200" dirty="0"/>
              <a:t>the</a:t>
            </a:r>
            <a:r>
              <a:rPr lang="en-US" sz="2800" dirty="0"/>
              <a:t> Next-Generation Firewall</a:t>
            </a:r>
          </a:p>
        </p:txBody>
      </p:sp>
      <p:grpSp>
        <p:nvGrpSpPr>
          <p:cNvPr id="85" name="Group 84">
            <a:extLst>
              <a:ext uri="{FF2B5EF4-FFF2-40B4-BE49-F238E27FC236}">
                <a16:creationId xmlns:a16="http://schemas.microsoft.com/office/drawing/2014/main" id="{E233E846-6D17-4858-943A-28F91D83F694}"/>
              </a:ext>
            </a:extLst>
          </p:cNvPr>
          <p:cNvGrpSpPr/>
          <p:nvPr/>
        </p:nvGrpSpPr>
        <p:grpSpPr>
          <a:xfrm>
            <a:off x="575900" y="625941"/>
            <a:ext cx="11440212" cy="5825085"/>
            <a:chOff x="189470" y="524873"/>
            <a:chExt cx="8580159" cy="4368814"/>
          </a:xfrm>
        </p:grpSpPr>
        <p:sp>
          <p:nvSpPr>
            <p:cNvPr id="86" name="Rectangle 85">
              <a:extLst>
                <a:ext uri="{FF2B5EF4-FFF2-40B4-BE49-F238E27FC236}">
                  <a16:creationId xmlns:a16="http://schemas.microsoft.com/office/drawing/2014/main" id="{CDE9417B-4A99-40DB-A0AA-ACE6A943F3C1}"/>
                </a:ext>
              </a:extLst>
            </p:cNvPr>
            <p:cNvSpPr/>
            <p:nvPr/>
          </p:nvSpPr>
          <p:spPr>
            <a:xfrm>
              <a:off x="189470" y="2425162"/>
              <a:ext cx="8580159" cy="2103120"/>
            </a:xfrm>
            <a:prstGeom prst="rect">
              <a:avLst/>
            </a:prstGeom>
            <a:solidFill>
              <a:schemeClr val="accent5">
                <a:lumMod val="60000"/>
                <a:lumOff val="40000"/>
              </a:schemeClr>
            </a:solidFill>
            <a:ln>
              <a:noFill/>
            </a:ln>
            <a:effectLst/>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sp>
          <p:nvSpPr>
            <p:cNvPr id="87" name="Rectangle 86">
              <a:extLst>
                <a:ext uri="{FF2B5EF4-FFF2-40B4-BE49-F238E27FC236}">
                  <a16:creationId xmlns:a16="http://schemas.microsoft.com/office/drawing/2014/main" id="{D138EDC5-F603-447F-AF4D-0E03E434A9BD}"/>
                </a:ext>
              </a:extLst>
            </p:cNvPr>
            <p:cNvSpPr/>
            <p:nvPr/>
          </p:nvSpPr>
          <p:spPr>
            <a:xfrm>
              <a:off x="189470" y="524873"/>
              <a:ext cx="8580159" cy="1938544"/>
            </a:xfrm>
            <a:prstGeom prst="rect">
              <a:avLst/>
            </a:prstGeom>
            <a:solidFill>
              <a:schemeClr val="bg1">
                <a:lumMod val="85000"/>
              </a:schemeClr>
            </a:solidFill>
            <a:ln>
              <a:noFill/>
            </a:ln>
            <a:effectLst/>
          </p:spPr>
          <p:style>
            <a:lnRef idx="3">
              <a:schemeClr val="lt1"/>
            </a:lnRef>
            <a:fillRef idx="1">
              <a:schemeClr val="accent6"/>
            </a:fillRef>
            <a:effectRef idx="1">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sp>
          <p:nvSpPr>
            <p:cNvPr id="88" name="Arrow: Down 87">
              <a:extLst>
                <a:ext uri="{FF2B5EF4-FFF2-40B4-BE49-F238E27FC236}">
                  <a16:creationId xmlns:a16="http://schemas.microsoft.com/office/drawing/2014/main" id="{230E4701-00F6-48F5-90B5-538BBB50DF67}"/>
                </a:ext>
              </a:extLst>
            </p:cNvPr>
            <p:cNvSpPr/>
            <p:nvPr/>
          </p:nvSpPr>
          <p:spPr>
            <a:xfrm>
              <a:off x="710611" y="1921620"/>
              <a:ext cx="617381" cy="975723"/>
            </a:xfrm>
            <a:prstGeom prst="downArrow">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sp>
          <p:nvSpPr>
            <p:cNvPr id="89" name="Rectangle 88">
              <a:extLst>
                <a:ext uri="{FF2B5EF4-FFF2-40B4-BE49-F238E27FC236}">
                  <a16:creationId xmlns:a16="http://schemas.microsoft.com/office/drawing/2014/main" id="{1023FD0E-7C20-4B62-B875-D1A88DC47311}"/>
                </a:ext>
              </a:extLst>
            </p:cNvPr>
            <p:cNvSpPr/>
            <p:nvPr/>
          </p:nvSpPr>
          <p:spPr>
            <a:xfrm>
              <a:off x="7093986" y="4302923"/>
              <a:ext cx="1667123" cy="169277"/>
            </a:xfrm>
            <a:prstGeom prst="rect">
              <a:avLst/>
            </a:prstGeom>
            <a:effectLst/>
          </p:spPr>
          <p:txBody>
            <a:bodyPr wrap="none" lIns="0" tIns="0" rIns="0" bIns="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effectLst/>
                  <a:uLnTx/>
                  <a:uFillTx/>
                  <a:latin typeface="Arial" panose="020B0604020202020204" pitchFamily="34" charset="0"/>
                  <a:cs typeface="Arial" panose="020B0604020202020204" pitchFamily="34" charset="0"/>
                </a:rPr>
                <a:t>(Re-encrypt if decrypted)</a:t>
              </a:r>
            </a:p>
          </p:txBody>
        </p:sp>
        <p:sp>
          <p:nvSpPr>
            <p:cNvPr id="90" name="TextBox 89">
              <a:extLst>
                <a:ext uri="{FF2B5EF4-FFF2-40B4-BE49-F238E27FC236}">
                  <a16:creationId xmlns:a16="http://schemas.microsoft.com/office/drawing/2014/main" id="{6B5F11DD-8975-4FAB-8137-1A989F566704}"/>
                </a:ext>
              </a:extLst>
            </p:cNvPr>
            <p:cNvSpPr txBox="1"/>
            <p:nvPr/>
          </p:nvSpPr>
          <p:spPr>
            <a:xfrm>
              <a:off x="326210" y="4616688"/>
              <a:ext cx="3520772" cy="276999"/>
            </a:xfrm>
            <a:prstGeom prst="rect">
              <a:avLst/>
            </a:prstGeom>
            <a:noFill/>
          </p:spPr>
          <p:txBody>
            <a:bodyPr wrap="non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lumMod val="65000"/>
                      <a:lumOff val="35000"/>
                    </a:srgbClr>
                  </a:solidFill>
                  <a:effectLst/>
                  <a:uLnTx/>
                  <a:uFillTx/>
                  <a:latin typeface="Arial" pitchFamily="34" charset="0"/>
                  <a:ea typeface="+mn-ea"/>
                  <a:cs typeface="Arial" pitchFamily="34" charset="0"/>
                </a:rPr>
                <a:t>* Policy check relies on pre-NAT IP addresses</a:t>
              </a:r>
            </a:p>
          </p:txBody>
        </p:sp>
        <p:cxnSp>
          <p:nvCxnSpPr>
            <p:cNvPr id="91" name="Connector: Elbow 90">
              <a:extLst>
                <a:ext uri="{FF2B5EF4-FFF2-40B4-BE49-F238E27FC236}">
                  <a16:creationId xmlns:a16="http://schemas.microsoft.com/office/drawing/2014/main" id="{BCF345B0-07C4-45D4-9400-34E26CCB5BFE}"/>
                </a:ext>
              </a:extLst>
            </p:cNvPr>
            <p:cNvCxnSpPr>
              <a:cxnSpLocks/>
              <a:stCxn id="113" idx="4"/>
              <a:endCxn id="103" idx="3"/>
            </p:cNvCxnSpPr>
            <p:nvPr/>
          </p:nvCxnSpPr>
          <p:spPr>
            <a:xfrm rot="5400000">
              <a:off x="4543061" y="-1281356"/>
              <a:ext cx="173064" cy="6869748"/>
            </a:xfrm>
            <a:prstGeom prst="bentConnector2">
              <a:avLst/>
            </a:prstGeom>
            <a:ln w="41275" cap="sq">
              <a:solidFill>
                <a:schemeClr val="accent3"/>
              </a:solidFill>
              <a:prstDash val="solid"/>
              <a:bevel/>
              <a:headEnd type="none" w="med" len="med"/>
              <a:tailEnd type="arrow" w="sm" len="sm"/>
            </a:ln>
            <a:effectLst/>
          </p:spPr>
          <p:style>
            <a:lnRef idx="3">
              <a:schemeClr val="accent5"/>
            </a:lnRef>
            <a:fillRef idx="0">
              <a:schemeClr val="accent5"/>
            </a:fillRef>
            <a:effectRef idx="2">
              <a:schemeClr val="accent5"/>
            </a:effectRef>
            <a:fontRef idx="minor">
              <a:schemeClr val="tx1"/>
            </a:fontRef>
          </p:style>
        </p:cxnSp>
        <p:sp>
          <p:nvSpPr>
            <p:cNvPr id="92" name="Teardrop 91">
              <a:extLst>
                <a:ext uri="{FF2B5EF4-FFF2-40B4-BE49-F238E27FC236}">
                  <a16:creationId xmlns:a16="http://schemas.microsoft.com/office/drawing/2014/main" id="{43566A90-3BFE-4828-A449-6FE507AA5C65}"/>
                </a:ext>
              </a:extLst>
            </p:cNvPr>
            <p:cNvSpPr/>
            <p:nvPr/>
          </p:nvSpPr>
          <p:spPr>
            <a:xfrm rot="2700000">
              <a:off x="1894258" y="981274"/>
              <a:ext cx="1085643" cy="1085643"/>
            </a:xfrm>
            <a:prstGeom prst="teardrop">
              <a:avLst>
                <a:gd name="adj" fmla="val 100000"/>
              </a:avLst>
            </a:prstGeom>
            <a:ln>
              <a:solidFill>
                <a:schemeClr val="accent4">
                  <a:lumMod val="60000"/>
                  <a:lumOff val="40000"/>
                </a:schemeClr>
              </a:solidFill>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US" sz="3200" dirty="0"/>
            </a:p>
          </p:txBody>
        </p:sp>
        <p:sp>
          <p:nvSpPr>
            <p:cNvPr id="93" name="Freeform: Shape 92">
              <a:extLst>
                <a:ext uri="{FF2B5EF4-FFF2-40B4-BE49-F238E27FC236}">
                  <a16:creationId xmlns:a16="http://schemas.microsoft.com/office/drawing/2014/main" id="{A8E186F8-6427-471B-97DD-76FC64B1CCA6}"/>
                </a:ext>
              </a:extLst>
            </p:cNvPr>
            <p:cNvSpPr/>
            <p:nvPr/>
          </p:nvSpPr>
          <p:spPr>
            <a:xfrm>
              <a:off x="1930053" y="1017589"/>
              <a:ext cx="1013364" cy="1013204"/>
            </a:xfrm>
            <a:custGeom>
              <a:avLst/>
              <a:gdLst>
                <a:gd name="connsiteX0" fmla="*/ 0 w 1113276"/>
                <a:gd name="connsiteY0" fmla="*/ 556550 h 1113100"/>
                <a:gd name="connsiteX1" fmla="*/ 556638 w 1113276"/>
                <a:gd name="connsiteY1" fmla="*/ 0 h 1113100"/>
                <a:gd name="connsiteX2" fmla="*/ 1113276 w 1113276"/>
                <a:gd name="connsiteY2" fmla="*/ 556550 h 1113100"/>
                <a:gd name="connsiteX3" fmla="*/ 556638 w 1113276"/>
                <a:gd name="connsiteY3" fmla="*/ 1113100 h 1113100"/>
                <a:gd name="connsiteX4" fmla="*/ 0 w 1113276"/>
                <a:gd name="connsiteY4" fmla="*/ 556550 h 111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276" h="1113100">
                  <a:moveTo>
                    <a:pt x="0" y="556550"/>
                  </a:moveTo>
                  <a:cubicBezTo>
                    <a:pt x="0" y="249176"/>
                    <a:pt x="249215" y="0"/>
                    <a:pt x="556638" y="0"/>
                  </a:cubicBezTo>
                  <a:cubicBezTo>
                    <a:pt x="864061" y="0"/>
                    <a:pt x="1113276" y="249176"/>
                    <a:pt x="1113276" y="556550"/>
                  </a:cubicBezTo>
                  <a:cubicBezTo>
                    <a:pt x="1113276" y="863924"/>
                    <a:pt x="864061" y="1113100"/>
                    <a:pt x="556638" y="1113100"/>
                  </a:cubicBezTo>
                  <a:cubicBezTo>
                    <a:pt x="249215" y="1113100"/>
                    <a:pt x="0" y="863924"/>
                    <a:pt x="0" y="556550"/>
                  </a:cubicBezTo>
                  <a:close/>
                </a:path>
              </a:pathLst>
            </a:custGeom>
            <a:solidFill>
              <a:schemeClr val="bg2">
                <a:lumMod val="20000"/>
                <a:lumOff val="80000"/>
                <a:alpha val="90000"/>
              </a:schemeClr>
            </a:solidFill>
            <a:ln w="19050">
              <a:solidFill>
                <a:schemeClr val="accent4">
                  <a:lumMod val="60000"/>
                  <a:lumOff val="40000"/>
                </a:schemeClr>
              </a:solidFill>
            </a:ln>
          </p:spPr>
          <p:style>
            <a:lnRef idx="2">
              <a:schemeClr val="accent6">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lvl="0" indent="0" algn="ctr" defTabSz="1185304">
                <a:lnSpc>
                  <a:spcPct val="90000"/>
                </a:lnSpc>
                <a:spcBef>
                  <a:spcPct val="0"/>
                </a:spcBef>
                <a:spcAft>
                  <a:spcPts val="267"/>
                </a:spcAft>
                <a:buNone/>
              </a:pPr>
              <a:r>
                <a:rPr lang="en-US" sz="1600" b="1" dirty="0"/>
                <a:t>Source</a:t>
              </a:r>
              <a:r>
                <a:rPr lang="en-US" sz="1600" b="1" kern="1200" dirty="0"/>
                <a:t> </a:t>
              </a:r>
              <a:br>
                <a:rPr lang="en-US" sz="1600" b="1" kern="1200" dirty="0"/>
              </a:br>
              <a:r>
                <a:rPr lang="en-US" sz="1600" b="1" kern="1200" dirty="0"/>
                <a:t>Zone</a:t>
              </a:r>
            </a:p>
          </p:txBody>
        </p:sp>
        <p:sp>
          <p:nvSpPr>
            <p:cNvPr id="94" name="Arrow: Down 93">
              <a:extLst>
                <a:ext uri="{FF2B5EF4-FFF2-40B4-BE49-F238E27FC236}">
                  <a16:creationId xmlns:a16="http://schemas.microsoft.com/office/drawing/2014/main" id="{4D5A04CE-CE0C-41A8-9E31-F8F6B0B60390}"/>
                </a:ext>
              </a:extLst>
            </p:cNvPr>
            <p:cNvSpPr/>
            <p:nvPr/>
          </p:nvSpPr>
          <p:spPr>
            <a:xfrm rot="16200000">
              <a:off x="1407006" y="1149100"/>
              <a:ext cx="617381" cy="801847"/>
            </a:xfrm>
            <a:prstGeom prst="downArrow">
              <a:avLst/>
            </a:prstGeom>
            <a:solidFill>
              <a:schemeClr val="bg2">
                <a:lumMod val="40000"/>
                <a:lumOff val="60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sp>
          <p:nvSpPr>
            <p:cNvPr id="95" name="TextBox 94">
              <a:extLst>
                <a:ext uri="{FF2B5EF4-FFF2-40B4-BE49-F238E27FC236}">
                  <a16:creationId xmlns:a16="http://schemas.microsoft.com/office/drawing/2014/main" id="{D6EE42B9-4347-4C36-A903-2544CA57F900}"/>
                </a:ext>
              </a:extLst>
            </p:cNvPr>
            <p:cNvSpPr txBox="1"/>
            <p:nvPr/>
          </p:nvSpPr>
          <p:spPr>
            <a:xfrm>
              <a:off x="1654050" y="1397850"/>
              <a:ext cx="389850" cy="276999"/>
            </a:xfrm>
            <a:prstGeom prst="rect">
              <a:avLst/>
            </a:prstGeom>
            <a:noFill/>
          </p:spPr>
          <p:txBody>
            <a:bodyPr wrap="non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533" b="1" i="0" strike="noStrike" kern="1200" cap="none" spc="0" normalizeH="0" baseline="0" noProof="0" dirty="0">
                  <a:ln>
                    <a:noFill/>
                  </a:ln>
                  <a:uLnTx/>
                  <a:uFillTx/>
                  <a:latin typeface="Arial" pitchFamily="34" charset="0"/>
                  <a:ea typeface="+mn-ea"/>
                  <a:cs typeface="Arial" pitchFamily="34" charset="0"/>
                </a:rPr>
                <a:t>No</a:t>
              </a:r>
            </a:p>
          </p:txBody>
        </p:sp>
        <p:sp>
          <p:nvSpPr>
            <p:cNvPr id="96" name="TextBox 95">
              <a:extLst>
                <a:ext uri="{FF2B5EF4-FFF2-40B4-BE49-F238E27FC236}">
                  <a16:creationId xmlns:a16="http://schemas.microsoft.com/office/drawing/2014/main" id="{1DDCA9CE-2250-4342-A50E-13ED4AE8B946}"/>
                </a:ext>
              </a:extLst>
            </p:cNvPr>
            <p:cNvSpPr txBox="1"/>
            <p:nvPr/>
          </p:nvSpPr>
          <p:spPr>
            <a:xfrm>
              <a:off x="3737240" y="551717"/>
              <a:ext cx="1654620" cy="338554"/>
            </a:xfrm>
            <a:prstGeom prst="rect">
              <a:avLst/>
            </a:prstGeom>
            <a:noFill/>
          </p:spPr>
          <p:txBody>
            <a:bodyPr wrap="non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defTabSz="914377"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0E6D91">
                      <a:lumMod val="50000"/>
                    </a:srgbClr>
                  </a:solidFill>
                  <a:effectLst/>
                  <a:uLnTx/>
                  <a:uFillTx/>
                  <a:latin typeface="Arial" pitchFamily="34" charset="0"/>
                  <a:ea typeface="+mn-ea"/>
                  <a:cs typeface="Arial" pitchFamily="34" charset="0"/>
                </a:rPr>
                <a:t>Session Setup </a:t>
              </a:r>
            </a:p>
          </p:txBody>
        </p:sp>
        <p:sp>
          <p:nvSpPr>
            <p:cNvPr id="97" name="TextBox 96">
              <a:extLst>
                <a:ext uri="{FF2B5EF4-FFF2-40B4-BE49-F238E27FC236}">
                  <a16:creationId xmlns:a16="http://schemas.microsoft.com/office/drawing/2014/main" id="{E8FA52A0-225B-4626-A792-4871EBD174C0}"/>
                </a:ext>
              </a:extLst>
            </p:cNvPr>
            <p:cNvSpPr txBox="1"/>
            <p:nvPr/>
          </p:nvSpPr>
          <p:spPr>
            <a:xfrm>
              <a:off x="3092833" y="2504040"/>
              <a:ext cx="2943434" cy="338554"/>
            </a:xfrm>
            <a:prstGeom prst="rect">
              <a:avLst/>
            </a:prstGeom>
            <a:noFill/>
            <a:effectLst/>
          </p:spPr>
          <p:txBody>
            <a:bodyPr wrap="non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sz="3200" dirty="0">
                  <a:solidFill>
                    <a:schemeClr val="tx1"/>
                  </a:solidFill>
                </a:rPr>
                <a:t>Inspection and Enforcement</a:t>
              </a:r>
            </a:p>
          </p:txBody>
        </p:sp>
        <p:sp>
          <p:nvSpPr>
            <p:cNvPr id="98" name="Teardrop 97">
              <a:extLst>
                <a:ext uri="{FF2B5EF4-FFF2-40B4-BE49-F238E27FC236}">
                  <a16:creationId xmlns:a16="http://schemas.microsoft.com/office/drawing/2014/main" id="{EE5716B4-1B9A-4AEF-8EA4-DF9F9567EE77}"/>
                </a:ext>
              </a:extLst>
            </p:cNvPr>
            <p:cNvSpPr/>
            <p:nvPr/>
          </p:nvSpPr>
          <p:spPr>
            <a:xfrm rot="2700000">
              <a:off x="6090659" y="3009153"/>
              <a:ext cx="1096272" cy="1097280"/>
            </a:xfrm>
            <a:prstGeom prst="teardrop">
              <a:avLst>
                <a:gd name="adj" fmla="val 100000"/>
              </a:avLst>
            </a:prstGeom>
            <a:solidFill>
              <a:schemeClr val="accent4">
                <a:lumMod val="20000"/>
                <a:lumOff val="80000"/>
              </a:schemeClr>
            </a:solidFill>
            <a:ln w="19050">
              <a:solidFill>
                <a:schemeClr val="accent4"/>
              </a:solidFill>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US" sz="3200" dirty="0"/>
            </a:p>
          </p:txBody>
        </p:sp>
        <p:grpSp>
          <p:nvGrpSpPr>
            <p:cNvPr id="100" name="Group 99">
              <a:extLst>
                <a:ext uri="{FF2B5EF4-FFF2-40B4-BE49-F238E27FC236}">
                  <a16:creationId xmlns:a16="http://schemas.microsoft.com/office/drawing/2014/main" id="{1447D09F-7B41-4C92-BBEA-D1F45368272C}"/>
                </a:ext>
              </a:extLst>
            </p:cNvPr>
            <p:cNvGrpSpPr/>
            <p:nvPr/>
          </p:nvGrpSpPr>
          <p:grpSpPr>
            <a:xfrm>
              <a:off x="466140" y="2924595"/>
              <a:ext cx="2560320" cy="1280160"/>
              <a:chOff x="447090" y="3008204"/>
              <a:chExt cx="2560320" cy="1280160"/>
            </a:xfrm>
          </p:grpSpPr>
          <p:sp>
            <p:nvSpPr>
              <p:cNvPr id="128" name="Rectangle 127">
                <a:extLst>
                  <a:ext uri="{FF2B5EF4-FFF2-40B4-BE49-F238E27FC236}">
                    <a16:creationId xmlns:a16="http://schemas.microsoft.com/office/drawing/2014/main" id="{949AA86A-49C6-432C-BE5D-7685CAAB6A65}"/>
                  </a:ext>
                </a:extLst>
              </p:cNvPr>
              <p:cNvSpPr/>
              <p:nvPr/>
            </p:nvSpPr>
            <p:spPr>
              <a:xfrm>
                <a:off x="447090" y="3008204"/>
                <a:ext cx="2560320" cy="1280160"/>
              </a:xfrm>
              <a:prstGeom prst="rect">
                <a:avLst/>
              </a:prstGeom>
              <a:solidFill>
                <a:schemeClr val="accent2">
                  <a:lumMod val="75000"/>
                </a:schemeClr>
              </a:solidFill>
              <a:ln w="19050">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INSPECTION</a:t>
                </a:r>
                <a:endParaRPr kumimoji="0" lang="en-US" sz="180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29" name="Rectangle 128">
                <a:extLst>
                  <a:ext uri="{FF2B5EF4-FFF2-40B4-BE49-F238E27FC236}">
                    <a16:creationId xmlns:a16="http://schemas.microsoft.com/office/drawing/2014/main" id="{DDCD7AFE-3ED4-43E4-971D-9C1840CE1924}"/>
                  </a:ext>
                </a:extLst>
              </p:cNvPr>
              <p:cNvSpPr/>
              <p:nvPr/>
            </p:nvSpPr>
            <p:spPr>
              <a:xfrm>
                <a:off x="538530" y="3090566"/>
                <a:ext cx="2377440" cy="271767"/>
              </a:xfrm>
              <a:prstGeom prst="rect">
                <a:avLst/>
              </a:prstGeom>
              <a:solidFill>
                <a:schemeClr val="accent2">
                  <a:lumMod val="60000"/>
                  <a:lumOff val="40000"/>
                </a:schemeClr>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App-ID</a:t>
                </a:r>
              </a:p>
            </p:txBody>
          </p:sp>
          <p:sp>
            <p:nvSpPr>
              <p:cNvPr id="130" name="Rectangle 129">
                <a:extLst>
                  <a:ext uri="{FF2B5EF4-FFF2-40B4-BE49-F238E27FC236}">
                    <a16:creationId xmlns:a16="http://schemas.microsoft.com/office/drawing/2014/main" id="{EA6DB180-AF18-478E-845F-3B1E2F830DF5}"/>
                  </a:ext>
                </a:extLst>
              </p:cNvPr>
              <p:cNvSpPr/>
              <p:nvPr/>
            </p:nvSpPr>
            <p:spPr>
              <a:xfrm>
                <a:off x="538530" y="3939049"/>
                <a:ext cx="2377440" cy="274320"/>
              </a:xfrm>
              <a:prstGeom prst="rect">
                <a:avLst/>
              </a:prstGeom>
              <a:solidFill>
                <a:schemeClr val="accent2">
                  <a:lumMod val="60000"/>
                  <a:lumOff val="40000"/>
                </a:schemeClr>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Content-ID</a:t>
                </a:r>
              </a:p>
            </p:txBody>
          </p:sp>
        </p:grpSp>
        <p:cxnSp>
          <p:nvCxnSpPr>
            <p:cNvPr id="101" name="Straight Arrow Connector 33">
              <a:extLst>
                <a:ext uri="{FF2B5EF4-FFF2-40B4-BE49-F238E27FC236}">
                  <a16:creationId xmlns:a16="http://schemas.microsoft.com/office/drawing/2014/main" id="{499D293A-5AA6-4D04-91A2-5A7936FDE3EF}"/>
                </a:ext>
              </a:extLst>
            </p:cNvPr>
            <p:cNvCxnSpPr>
              <a:cxnSpLocks/>
              <a:endCxn id="128" idx="2"/>
            </p:cNvCxnSpPr>
            <p:nvPr/>
          </p:nvCxnSpPr>
          <p:spPr>
            <a:xfrm rot="10800000">
              <a:off x="1746300" y="4204755"/>
              <a:ext cx="2021480" cy="216726"/>
            </a:xfrm>
            <a:prstGeom prst="bentConnector2">
              <a:avLst/>
            </a:prstGeom>
            <a:ln>
              <a:solidFill>
                <a:schemeClr val="bg1"/>
              </a:solidFill>
              <a:tailEnd type="arrow" w="sm" len="sm"/>
            </a:ln>
            <a:effectLst/>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40795A4F-F5EB-4FE3-94CB-F34D9D6188C7}"/>
                </a:ext>
              </a:extLst>
            </p:cNvPr>
            <p:cNvSpPr txBox="1"/>
            <p:nvPr/>
          </p:nvSpPr>
          <p:spPr>
            <a:xfrm>
              <a:off x="839987" y="2105398"/>
              <a:ext cx="354732" cy="269304"/>
            </a:xfrm>
            <a:prstGeom prst="rect">
              <a:avLst/>
            </a:prstGeom>
            <a:noFill/>
            <a:effectLst/>
          </p:spPr>
          <p:txBody>
            <a:bodyPr wrap="non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533" b="1" dirty="0">
                  <a:solidFill>
                    <a:schemeClr val="bg1"/>
                  </a:solidFill>
                  <a:latin typeface="Arial" pitchFamily="34" charset="0"/>
                  <a:cs typeface="Arial" pitchFamily="34" charset="0"/>
                </a:rPr>
                <a:t>Yes</a:t>
              </a:r>
              <a:endParaRPr kumimoji="0" lang="en-US" sz="1533" b="1" i="0" u="none" strike="noStrike" kern="1200" cap="none" spc="0" normalizeH="0" baseline="0" noProof="0" dirty="0">
                <a:ln>
                  <a:noFill/>
                </a:ln>
                <a:solidFill>
                  <a:schemeClr val="bg1"/>
                </a:solidFill>
                <a:uLnTx/>
                <a:uFillTx/>
                <a:latin typeface="Arial" pitchFamily="34" charset="0"/>
                <a:cs typeface="Arial" pitchFamily="34" charset="0"/>
              </a:endParaRPr>
            </a:p>
          </p:txBody>
        </p:sp>
        <p:sp>
          <p:nvSpPr>
            <p:cNvPr id="104" name="Oval 103">
              <a:extLst>
                <a:ext uri="{FF2B5EF4-FFF2-40B4-BE49-F238E27FC236}">
                  <a16:creationId xmlns:a16="http://schemas.microsoft.com/office/drawing/2014/main" id="{2B2C027E-4D27-4540-852B-71D76351A99F}"/>
                </a:ext>
              </a:extLst>
            </p:cNvPr>
            <p:cNvSpPr/>
            <p:nvPr/>
          </p:nvSpPr>
          <p:spPr>
            <a:xfrm>
              <a:off x="323276" y="727619"/>
              <a:ext cx="1371600" cy="1371600"/>
            </a:xfrm>
            <a:prstGeom prst="ellipse">
              <a:avLst/>
            </a:prstGeom>
            <a:solidFill>
              <a:schemeClr val="bg2">
                <a:lumMod val="60000"/>
                <a:lumOff val="40000"/>
              </a:schemeClr>
            </a:solidFill>
            <a:ln w="41275">
              <a:solidFill>
                <a:schemeClr val="accent3"/>
              </a:solidFill>
            </a:ln>
            <a:effectLst/>
          </p:spPr>
          <p:txBody>
            <a:bodyPr wrap="square" anchor="ctr">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p:txBody>
        </p:sp>
        <p:sp>
          <p:nvSpPr>
            <p:cNvPr id="105" name="Teardrop 104">
              <a:extLst>
                <a:ext uri="{FF2B5EF4-FFF2-40B4-BE49-F238E27FC236}">
                  <a16:creationId xmlns:a16="http://schemas.microsoft.com/office/drawing/2014/main" id="{D108351F-87A4-45A8-9FB9-87E4DDAD7A7D}"/>
                </a:ext>
              </a:extLst>
            </p:cNvPr>
            <p:cNvSpPr/>
            <p:nvPr/>
          </p:nvSpPr>
          <p:spPr>
            <a:xfrm rot="2700000">
              <a:off x="3015925" y="981274"/>
              <a:ext cx="1085643" cy="1085643"/>
            </a:xfrm>
            <a:prstGeom prst="teardrop">
              <a:avLst>
                <a:gd name="adj" fmla="val 100000"/>
              </a:avLst>
            </a:prstGeom>
            <a:ln>
              <a:solidFill>
                <a:schemeClr val="accent4">
                  <a:lumMod val="60000"/>
                  <a:lumOff val="40000"/>
                </a:schemeClr>
              </a:solidFill>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US" sz="3200" dirty="0"/>
            </a:p>
          </p:txBody>
        </p:sp>
        <p:sp>
          <p:nvSpPr>
            <p:cNvPr id="106" name="Freeform: Shape 105">
              <a:extLst>
                <a:ext uri="{FF2B5EF4-FFF2-40B4-BE49-F238E27FC236}">
                  <a16:creationId xmlns:a16="http://schemas.microsoft.com/office/drawing/2014/main" id="{5840D2FA-2FB1-4E8A-9073-58961D60D1DB}"/>
                </a:ext>
              </a:extLst>
            </p:cNvPr>
            <p:cNvSpPr/>
            <p:nvPr/>
          </p:nvSpPr>
          <p:spPr>
            <a:xfrm>
              <a:off x="3052410" y="1017589"/>
              <a:ext cx="1013364" cy="1013204"/>
            </a:xfrm>
            <a:custGeom>
              <a:avLst/>
              <a:gdLst>
                <a:gd name="connsiteX0" fmla="*/ 0 w 1113276"/>
                <a:gd name="connsiteY0" fmla="*/ 556550 h 1113100"/>
                <a:gd name="connsiteX1" fmla="*/ 556638 w 1113276"/>
                <a:gd name="connsiteY1" fmla="*/ 0 h 1113100"/>
                <a:gd name="connsiteX2" fmla="*/ 1113276 w 1113276"/>
                <a:gd name="connsiteY2" fmla="*/ 556550 h 1113100"/>
                <a:gd name="connsiteX3" fmla="*/ 556638 w 1113276"/>
                <a:gd name="connsiteY3" fmla="*/ 1113100 h 1113100"/>
                <a:gd name="connsiteX4" fmla="*/ 0 w 1113276"/>
                <a:gd name="connsiteY4" fmla="*/ 556550 h 111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276" h="1113100">
                  <a:moveTo>
                    <a:pt x="0" y="556550"/>
                  </a:moveTo>
                  <a:cubicBezTo>
                    <a:pt x="0" y="249176"/>
                    <a:pt x="249215" y="0"/>
                    <a:pt x="556638" y="0"/>
                  </a:cubicBezTo>
                  <a:cubicBezTo>
                    <a:pt x="864061" y="0"/>
                    <a:pt x="1113276" y="249176"/>
                    <a:pt x="1113276" y="556550"/>
                  </a:cubicBezTo>
                  <a:cubicBezTo>
                    <a:pt x="1113276" y="863924"/>
                    <a:pt x="864061" y="1113100"/>
                    <a:pt x="556638" y="1113100"/>
                  </a:cubicBezTo>
                  <a:cubicBezTo>
                    <a:pt x="249215" y="1113100"/>
                    <a:pt x="0" y="863924"/>
                    <a:pt x="0" y="556550"/>
                  </a:cubicBezTo>
                  <a:close/>
                </a:path>
              </a:pathLst>
            </a:custGeom>
            <a:solidFill>
              <a:schemeClr val="bg2">
                <a:lumMod val="20000"/>
                <a:lumOff val="80000"/>
                <a:alpha val="90000"/>
              </a:schemeClr>
            </a:solidFill>
            <a:ln w="19050">
              <a:solidFill>
                <a:schemeClr val="accent4">
                  <a:lumMod val="60000"/>
                  <a:lumOff val="40000"/>
                </a:schemeClr>
              </a:solidFill>
            </a:ln>
          </p:spPr>
          <p:style>
            <a:lnRef idx="2">
              <a:schemeClr val="accent6">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lvl="0" indent="0" algn="ctr" defTabSz="711182">
                <a:lnSpc>
                  <a:spcPct val="90000"/>
                </a:lnSpc>
                <a:spcBef>
                  <a:spcPct val="0"/>
                </a:spcBef>
                <a:spcAft>
                  <a:spcPts val="267"/>
                </a:spcAft>
                <a:buNone/>
              </a:pPr>
              <a:r>
                <a:rPr lang="en-US" sz="1600" b="1" kern="1200" noProof="1"/>
                <a:t>Zone </a:t>
              </a:r>
              <a:br>
                <a:rPr lang="en-US" sz="1600" b="1" kern="1200" noProof="1"/>
              </a:br>
              <a:r>
                <a:rPr lang="en-US" sz="1600" b="1" kern="1200" noProof="1"/>
                <a:t>and/or DoS Protection</a:t>
              </a:r>
            </a:p>
          </p:txBody>
        </p:sp>
        <p:sp>
          <p:nvSpPr>
            <p:cNvPr id="107" name="Teardrop 106">
              <a:extLst>
                <a:ext uri="{FF2B5EF4-FFF2-40B4-BE49-F238E27FC236}">
                  <a16:creationId xmlns:a16="http://schemas.microsoft.com/office/drawing/2014/main" id="{4D9F3FFE-F525-4E82-B139-96BF808D8575}"/>
                </a:ext>
              </a:extLst>
            </p:cNvPr>
            <p:cNvSpPr/>
            <p:nvPr/>
          </p:nvSpPr>
          <p:spPr>
            <a:xfrm rot="2700000">
              <a:off x="4137593" y="981274"/>
              <a:ext cx="1085643" cy="1085643"/>
            </a:xfrm>
            <a:prstGeom prst="teardrop">
              <a:avLst>
                <a:gd name="adj" fmla="val 100000"/>
              </a:avLst>
            </a:prstGeom>
            <a:ln>
              <a:solidFill>
                <a:schemeClr val="accent4">
                  <a:lumMod val="60000"/>
                  <a:lumOff val="40000"/>
                </a:schemeClr>
              </a:solidFill>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US" sz="3200" dirty="0"/>
            </a:p>
          </p:txBody>
        </p:sp>
        <p:sp>
          <p:nvSpPr>
            <p:cNvPr id="108" name="Freeform: Shape 107">
              <a:extLst>
                <a:ext uri="{FF2B5EF4-FFF2-40B4-BE49-F238E27FC236}">
                  <a16:creationId xmlns:a16="http://schemas.microsoft.com/office/drawing/2014/main" id="{4F5B6152-A6E3-45C8-A467-5295EF739F82}"/>
                </a:ext>
              </a:extLst>
            </p:cNvPr>
            <p:cNvSpPr/>
            <p:nvPr/>
          </p:nvSpPr>
          <p:spPr>
            <a:xfrm>
              <a:off x="4174077" y="1017589"/>
              <a:ext cx="1013364" cy="1013204"/>
            </a:xfrm>
            <a:custGeom>
              <a:avLst/>
              <a:gdLst>
                <a:gd name="connsiteX0" fmla="*/ 0 w 1113276"/>
                <a:gd name="connsiteY0" fmla="*/ 556550 h 1113100"/>
                <a:gd name="connsiteX1" fmla="*/ 556638 w 1113276"/>
                <a:gd name="connsiteY1" fmla="*/ 0 h 1113100"/>
                <a:gd name="connsiteX2" fmla="*/ 1113276 w 1113276"/>
                <a:gd name="connsiteY2" fmla="*/ 556550 h 1113100"/>
                <a:gd name="connsiteX3" fmla="*/ 556638 w 1113276"/>
                <a:gd name="connsiteY3" fmla="*/ 1113100 h 1113100"/>
                <a:gd name="connsiteX4" fmla="*/ 0 w 1113276"/>
                <a:gd name="connsiteY4" fmla="*/ 556550 h 111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276" h="1113100">
                  <a:moveTo>
                    <a:pt x="0" y="556550"/>
                  </a:moveTo>
                  <a:cubicBezTo>
                    <a:pt x="0" y="249176"/>
                    <a:pt x="249215" y="0"/>
                    <a:pt x="556638" y="0"/>
                  </a:cubicBezTo>
                  <a:cubicBezTo>
                    <a:pt x="864061" y="0"/>
                    <a:pt x="1113276" y="249176"/>
                    <a:pt x="1113276" y="556550"/>
                  </a:cubicBezTo>
                  <a:cubicBezTo>
                    <a:pt x="1113276" y="863924"/>
                    <a:pt x="864061" y="1113100"/>
                    <a:pt x="556638" y="1113100"/>
                  </a:cubicBezTo>
                  <a:cubicBezTo>
                    <a:pt x="249215" y="1113100"/>
                    <a:pt x="0" y="863924"/>
                    <a:pt x="0" y="556550"/>
                  </a:cubicBezTo>
                  <a:close/>
                </a:path>
              </a:pathLst>
            </a:custGeom>
            <a:solidFill>
              <a:schemeClr val="bg2">
                <a:lumMod val="20000"/>
                <a:lumOff val="80000"/>
                <a:alpha val="90000"/>
              </a:schemeClr>
            </a:solidFill>
            <a:ln w="19050">
              <a:solidFill>
                <a:schemeClr val="accent4">
                  <a:lumMod val="60000"/>
                  <a:lumOff val="40000"/>
                </a:schemeClr>
              </a:solidFill>
            </a:ln>
          </p:spPr>
          <p:style>
            <a:lnRef idx="2">
              <a:schemeClr val="accent6">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lvl="0" indent="0" algn="ctr" defTabSz="948243">
                <a:lnSpc>
                  <a:spcPct val="90000"/>
                </a:lnSpc>
                <a:spcBef>
                  <a:spcPct val="0"/>
                </a:spcBef>
                <a:spcAft>
                  <a:spcPts val="267"/>
                </a:spcAft>
                <a:buNone/>
              </a:pPr>
              <a:r>
                <a:rPr lang="en-US" sz="1600" b="1" kern="1200" dirty="0"/>
                <a:t>Forwarding Lookup</a:t>
              </a:r>
            </a:p>
            <a:p>
              <a:pPr marL="0" lvl="0" indent="0" algn="ctr" defTabSz="948243">
                <a:lnSpc>
                  <a:spcPct val="90000"/>
                </a:lnSpc>
                <a:spcBef>
                  <a:spcPct val="0"/>
                </a:spcBef>
                <a:spcAft>
                  <a:spcPts val="267"/>
                </a:spcAft>
                <a:buNone/>
              </a:pPr>
              <a:r>
                <a:rPr lang="en-US" sz="1600" b="1" dirty="0"/>
                <a:t>(PBF)</a:t>
              </a:r>
              <a:endParaRPr lang="en-US" sz="1600" b="1" kern="1200" dirty="0"/>
            </a:p>
          </p:txBody>
        </p:sp>
        <p:sp>
          <p:nvSpPr>
            <p:cNvPr id="109" name="Teardrop 108">
              <a:extLst>
                <a:ext uri="{FF2B5EF4-FFF2-40B4-BE49-F238E27FC236}">
                  <a16:creationId xmlns:a16="http://schemas.microsoft.com/office/drawing/2014/main" id="{A4DE8818-CB60-4D9D-B96B-4DA1724075ED}"/>
                </a:ext>
              </a:extLst>
            </p:cNvPr>
            <p:cNvSpPr/>
            <p:nvPr/>
          </p:nvSpPr>
          <p:spPr>
            <a:xfrm rot="2700000">
              <a:off x="5259260" y="981274"/>
              <a:ext cx="1085643" cy="1085643"/>
            </a:xfrm>
            <a:prstGeom prst="teardrop">
              <a:avLst>
                <a:gd name="adj" fmla="val 100000"/>
              </a:avLst>
            </a:prstGeom>
            <a:ln>
              <a:solidFill>
                <a:schemeClr val="accent4">
                  <a:lumMod val="60000"/>
                  <a:lumOff val="40000"/>
                </a:schemeClr>
              </a:solidFill>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US" sz="3200" dirty="0"/>
            </a:p>
          </p:txBody>
        </p:sp>
        <p:sp>
          <p:nvSpPr>
            <p:cNvPr id="110" name="Freeform: Shape 109">
              <a:extLst>
                <a:ext uri="{FF2B5EF4-FFF2-40B4-BE49-F238E27FC236}">
                  <a16:creationId xmlns:a16="http://schemas.microsoft.com/office/drawing/2014/main" id="{E82E0006-4D79-4752-B854-C1E680BCCDA8}"/>
                </a:ext>
              </a:extLst>
            </p:cNvPr>
            <p:cNvSpPr/>
            <p:nvPr/>
          </p:nvSpPr>
          <p:spPr>
            <a:xfrm>
              <a:off x="5295745" y="1017589"/>
              <a:ext cx="1013364" cy="1013204"/>
            </a:xfrm>
            <a:custGeom>
              <a:avLst/>
              <a:gdLst>
                <a:gd name="connsiteX0" fmla="*/ 0 w 1113276"/>
                <a:gd name="connsiteY0" fmla="*/ 556550 h 1113100"/>
                <a:gd name="connsiteX1" fmla="*/ 556638 w 1113276"/>
                <a:gd name="connsiteY1" fmla="*/ 0 h 1113100"/>
                <a:gd name="connsiteX2" fmla="*/ 1113276 w 1113276"/>
                <a:gd name="connsiteY2" fmla="*/ 556550 h 1113100"/>
                <a:gd name="connsiteX3" fmla="*/ 556638 w 1113276"/>
                <a:gd name="connsiteY3" fmla="*/ 1113100 h 1113100"/>
                <a:gd name="connsiteX4" fmla="*/ 0 w 1113276"/>
                <a:gd name="connsiteY4" fmla="*/ 556550 h 111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276" h="1113100">
                  <a:moveTo>
                    <a:pt x="0" y="556550"/>
                  </a:moveTo>
                  <a:cubicBezTo>
                    <a:pt x="0" y="249176"/>
                    <a:pt x="249215" y="0"/>
                    <a:pt x="556638" y="0"/>
                  </a:cubicBezTo>
                  <a:cubicBezTo>
                    <a:pt x="864061" y="0"/>
                    <a:pt x="1113276" y="249176"/>
                    <a:pt x="1113276" y="556550"/>
                  </a:cubicBezTo>
                  <a:cubicBezTo>
                    <a:pt x="1113276" y="863924"/>
                    <a:pt x="864061" y="1113100"/>
                    <a:pt x="556638" y="1113100"/>
                  </a:cubicBezTo>
                  <a:cubicBezTo>
                    <a:pt x="249215" y="1113100"/>
                    <a:pt x="0" y="863924"/>
                    <a:pt x="0" y="556550"/>
                  </a:cubicBezTo>
                  <a:close/>
                </a:path>
              </a:pathLst>
            </a:custGeom>
            <a:solidFill>
              <a:schemeClr val="bg2">
                <a:lumMod val="20000"/>
                <a:lumOff val="80000"/>
                <a:alpha val="90000"/>
              </a:schemeClr>
            </a:solidFill>
            <a:ln w="19050">
              <a:solidFill>
                <a:schemeClr val="accent4">
                  <a:lumMod val="60000"/>
                  <a:lumOff val="40000"/>
                </a:schemeClr>
              </a:solidFill>
            </a:ln>
          </p:spPr>
          <p:style>
            <a:lnRef idx="2">
              <a:schemeClr val="accent6">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0" tIns="182880" rIns="0" bIns="0" numCol="1" spcCol="1270" anchor="ctr" anchorCtr="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lvl="0" indent="0" algn="ctr" defTabSz="1185304">
                <a:lnSpc>
                  <a:spcPct val="90000"/>
                </a:lnSpc>
                <a:spcBef>
                  <a:spcPct val="0"/>
                </a:spcBef>
                <a:spcAft>
                  <a:spcPts val="267"/>
                </a:spcAft>
                <a:buNone/>
              </a:pPr>
              <a:r>
                <a:rPr lang="en-US" sz="1600" b="1" kern="1200" dirty="0"/>
                <a:t>Destination Zone </a:t>
              </a:r>
              <a:endParaRPr lang="en-US" sz="1600" b="1" dirty="0"/>
            </a:p>
            <a:p>
              <a:pPr marL="0" lvl="0" indent="0" algn="ctr" defTabSz="1185304">
                <a:lnSpc>
                  <a:spcPct val="90000"/>
                </a:lnSpc>
                <a:spcBef>
                  <a:spcPct val="0"/>
                </a:spcBef>
                <a:spcAft>
                  <a:spcPts val="267"/>
                </a:spcAft>
                <a:buNone/>
              </a:pPr>
              <a:r>
                <a:rPr lang="en-US" sz="1333" b="1" kern="1200" dirty="0"/>
                <a:t>(</a:t>
              </a:r>
              <a:r>
                <a:rPr lang="en-US" sz="1333" b="1" dirty="0"/>
                <a:t>plus</a:t>
              </a:r>
              <a:r>
                <a:rPr lang="en-US" sz="1333" b="1" kern="1200" dirty="0"/>
                <a:t> DNAT </a:t>
              </a:r>
              <a:br>
                <a:rPr lang="en-US" sz="1333" b="1" kern="1200" dirty="0"/>
              </a:br>
              <a:r>
                <a:rPr lang="en-US" sz="1333" b="1" kern="1200" dirty="0"/>
                <a:t>check)</a:t>
              </a:r>
            </a:p>
          </p:txBody>
        </p:sp>
        <p:sp>
          <p:nvSpPr>
            <p:cNvPr id="111" name="Teardrop 110">
              <a:extLst>
                <a:ext uri="{FF2B5EF4-FFF2-40B4-BE49-F238E27FC236}">
                  <a16:creationId xmlns:a16="http://schemas.microsoft.com/office/drawing/2014/main" id="{876B262A-AA36-4008-9150-5610E42D061C}"/>
                </a:ext>
              </a:extLst>
            </p:cNvPr>
            <p:cNvSpPr/>
            <p:nvPr/>
          </p:nvSpPr>
          <p:spPr>
            <a:xfrm rot="2700000">
              <a:off x="6380927" y="981274"/>
              <a:ext cx="1085643" cy="1085643"/>
            </a:xfrm>
            <a:prstGeom prst="teardrop">
              <a:avLst>
                <a:gd name="adj" fmla="val 100000"/>
              </a:avLst>
            </a:prstGeom>
            <a:ln>
              <a:solidFill>
                <a:schemeClr val="accent4">
                  <a:lumMod val="60000"/>
                  <a:lumOff val="40000"/>
                </a:schemeClr>
              </a:solidFill>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US" sz="3200" dirty="0"/>
            </a:p>
          </p:txBody>
        </p:sp>
        <p:sp>
          <p:nvSpPr>
            <p:cNvPr id="112" name="Freeform: Shape 111">
              <a:extLst>
                <a:ext uri="{FF2B5EF4-FFF2-40B4-BE49-F238E27FC236}">
                  <a16:creationId xmlns:a16="http://schemas.microsoft.com/office/drawing/2014/main" id="{F395F3F3-A33E-4123-8CD8-4411CE3BF89F}"/>
                </a:ext>
              </a:extLst>
            </p:cNvPr>
            <p:cNvSpPr/>
            <p:nvPr/>
          </p:nvSpPr>
          <p:spPr>
            <a:xfrm>
              <a:off x="6417412" y="1017589"/>
              <a:ext cx="1013364" cy="1013204"/>
            </a:xfrm>
            <a:custGeom>
              <a:avLst/>
              <a:gdLst>
                <a:gd name="connsiteX0" fmla="*/ 0 w 1113276"/>
                <a:gd name="connsiteY0" fmla="*/ 556550 h 1113100"/>
                <a:gd name="connsiteX1" fmla="*/ 556638 w 1113276"/>
                <a:gd name="connsiteY1" fmla="*/ 0 h 1113100"/>
                <a:gd name="connsiteX2" fmla="*/ 1113276 w 1113276"/>
                <a:gd name="connsiteY2" fmla="*/ 556550 h 1113100"/>
                <a:gd name="connsiteX3" fmla="*/ 556638 w 1113276"/>
                <a:gd name="connsiteY3" fmla="*/ 1113100 h 1113100"/>
                <a:gd name="connsiteX4" fmla="*/ 0 w 1113276"/>
                <a:gd name="connsiteY4" fmla="*/ 556550 h 111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276" h="1113100">
                  <a:moveTo>
                    <a:pt x="0" y="556550"/>
                  </a:moveTo>
                  <a:cubicBezTo>
                    <a:pt x="0" y="249176"/>
                    <a:pt x="249215" y="0"/>
                    <a:pt x="556638" y="0"/>
                  </a:cubicBezTo>
                  <a:cubicBezTo>
                    <a:pt x="864061" y="0"/>
                    <a:pt x="1113276" y="249176"/>
                    <a:pt x="1113276" y="556550"/>
                  </a:cubicBezTo>
                  <a:cubicBezTo>
                    <a:pt x="1113276" y="863924"/>
                    <a:pt x="864061" y="1113100"/>
                    <a:pt x="556638" y="1113100"/>
                  </a:cubicBezTo>
                  <a:cubicBezTo>
                    <a:pt x="249215" y="1113100"/>
                    <a:pt x="0" y="863924"/>
                    <a:pt x="0" y="556550"/>
                  </a:cubicBezTo>
                  <a:close/>
                </a:path>
              </a:pathLst>
            </a:custGeom>
            <a:solidFill>
              <a:schemeClr val="bg2">
                <a:lumMod val="20000"/>
                <a:lumOff val="80000"/>
                <a:alpha val="90000"/>
              </a:schemeClr>
            </a:solidFill>
            <a:ln w="19050">
              <a:solidFill>
                <a:schemeClr val="accent4">
                  <a:lumMod val="60000"/>
                  <a:lumOff val="40000"/>
                </a:schemeClr>
              </a:solidFill>
            </a:ln>
          </p:spPr>
          <p:style>
            <a:lnRef idx="2">
              <a:schemeClr val="accent6">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0" tIns="121920" rIns="0" bIns="0" numCol="1" spcCol="1270" anchor="ctr" anchorCtr="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defTabSz="1185304">
                <a:lnSpc>
                  <a:spcPct val="90000"/>
                </a:lnSpc>
                <a:spcBef>
                  <a:spcPct val="0"/>
                </a:spcBef>
                <a:spcAft>
                  <a:spcPts val="267"/>
                </a:spcAft>
              </a:pPr>
              <a:r>
                <a:rPr lang="en-US" sz="1600" b="1" dirty="0"/>
                <a:t>Security </a:t>
              </a:r>
              <a:r>
                <a:rPr lang="en-US" sz="1600" b="1" spc="-27" dirty="0"/>
                <a:t>Policy Check</a:t>
              </a:r>
            </a:p>
            <a:p>
              <a:pPr algn="ctr" defTabSz="1185304">
                <a:lnSpc>
                  <a:spcPct val="90000"/>
                </a:lnSpc>
                <a:spcBef>
                  <a:spcPct val="0"/>
                </a:spcBef>
                <a:spcAft>
                  <a:spcPts val="267"/>
                </a:spcAft>
              </a:pPr>
              <a:r>
                <a:rPr lang="en-US" sz="1333" b="1" dirty="0"/>
                <a:t>(App-ID </a:t>
              </a:r>
              <a:br>
                <a:rPr lang="en-US" sz="1333" b="1" dirty="0"/>
              </a:br>
              <a:r>
                <a:rPr lang="en-US" sz="1333" b="1" dirty="0"/>
                <a:t> ignored)</a:t>
              </a:r>
              <a:endParaRPr lang="en-US" sz="1600" b="1" dirty="0"/>
            </a:p>
          </p:txBody>
        </p:sp>
        <p:sp>
          <p:nvSpPr>
            <p:cNvPr id="113" name="Oval 112">
              <a:extLst>
                <a:ext uri="{FF2B5EF4-FFF2-40B4-BE49-F238E27FC236}">
                  <a16:creationId xmlns:a16="http://schemas.microsoft.com/office/drawing/2014/main" id="{561ECAF1-DC5B-4840-BA10-8DBD8898354A}"/>
                </a:ext>
              </a:extLst>
            </p:cNvPr>
            <p:cNvSpPr/>
            <p:nvPr/>
          </p:nvSpPr>
          <p:spPr>
            <a:xfrm>
              <a:off x="7521569" y="981396"/>
              <a:ext cx="1085795" cy="1085590"/>
            </a:xfrm>
            <a:prstGeom prst="ellipse">
              <a:avLst/>
            </a:prstGeom>
            <a:ln>
              <a:solidFill>
                <a:schemeClr val="accent3">
                  <a:lumMod val="60000"/>
                  <a:lumOff val="40000"/>
                </a:schemeClr>
              </a:solidFill>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US" sz="3200" dirty="0"/>
            </a:p>
          </p:txBody>
        </p:sp>
        <p:sp>
          <p:nvSpPr>
            <p:cNvPr id="114" name="Freeform: Shape 113">
              <a:extLst>
                <a:ext uri="{FF2B5EF4-FFF2-40B4-BE49-F238E27FC236}">
                  <a16:creationId xmlns:a16="http://schemas.microsoft.com/office/drawing/2014/main" id="{3897A875-0EF4-4788-A301-E8B426E1B0A0}"/>
                </a:ext>
              </a:extLst>
            </p:cNvPr>
            <p:cNvSpPr/>
            <p:nvPr/>
          </p:nvSpPr>
          <p:spPr>
            <a:xfrm>
              <a:off x="7558130" y="1017589"/>
              <a:ext cx="1013364" cy="1013204"/>
            </a:xfrm>
            <a:custGeom>
              <a:avLst/>
              <a:gdLst>
                <a:gd name="connsiteX0" fmla="*/ 0 w 1113276"/>
                <a:gd name="connsiteY0" fmla="*/ 556550 h 1113100"/>
                <a:gd name="connsiteX1" fmla="*/ 556638 w 1113276"/>
                <a:gd name="connsiteY1" fmla="*/ 0 h 1113100"/>
                <a:gd name="connsiteX2" fmla="*/ 1113276 w 1113276"/>
                <a:gd name="connsiteY2" fmla="*/ 556550 h 1113100"/>
                <a:gd name="connsiteX3" fmla="*/ 556638 w 1113276"/>
                <a:gd name="connsiteY3" fmla="*/ 1113100 h 1113100"/>
                <a:gd name="connsiteX4" fmla="*/ 0 w 1113276"/>
                <a:gd name="connsiteY4" fmla="*/ 556550 h 111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276" h="1113100">
                  <a:moveTo>
                    <a:pt x="0" y="556550"/>
                  </a:moveTo>
                  <a:cubicBezTo>
                    <a:pt x="0" y="249176"/>
                    <a:pt x="249215" y="0"/>
                    <a:pt x="556638" y="0"/>
                  </a:cubicBezTo>
                  <a:cubicBezTo>
                    <a:pt x="864061" y="0"/>
                    <a:pt x="1113276" y="249176"/>
                    <a:pt x="1113276" y="556550"/>
                  </a:cubicBezTo>
                  <a:cubicBezTo>
                    <a:pt x="1113276" y="863924"/>
                    <a:pt x="864061" y="1113100"/>
                    <a:pt x="556638" y="1113100"/>
                  </a:cubicBezTo>
                  <a:cubicBezTo>
                    <a:pt x="249215" y="1113100"/>
                    <a:pt x="0" y="863924"/>
                    <a:pt x="0" y="556550"/>
                  </a:cubicBezTo>
                  <a:close/>
                </a:path>
              </a:pathLst>
            </a:custGeom>
            <a:solidFill>
              <a:schemeClr val="accent3">
                <a:alpha val="90000"/>
              </a:schemeClr>
            </a:solidFill>
            <a:ln>
              <a:solidFill>
                <a:schemeClr val="bg1"/>
              </a:solidFill>
            </a:ln>
          </p:spPr>
          <p:style>
            <a:lnRef idx="2">
              <a:schemeClr val="accent6">
                <a:hueOff val="0"/>
                <a:satOff val="0"/>
                <a:lumOff val="0"/>
                <a:alphaOff val="0"/>
              </a:schemeClr>
            </a:lnRef>
            <a:fillRef idx="1">
              <a:scrgbClr r="0" g="0" b="0"/>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60960" numCol="1" spcCol="1270" anchor="ctr" anchorCtr="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lvl="0" indent="0" algn="ctr" defTabSz="711182">
                <a:spcBef>
                  <a:spcPct val="0"/>
                </a:spcBef>
                <a:spcAft>
                  <a:spcPct val="35000"/>
                </a:spcAft>
                <a:buNone/>
              </a:pPr>
              <a:r>
                <a:rPr lang="en-US" sz="1600" b="1" kern="1200" dirty="0">
                  <a:solidFill>
                    <a:schemeClr val="bg1"/>
                  </a:solidFill>
                </a:rPr>
                <a:t>Assign Session ID</a:t>
              </a:r>
            </a:p>
          </p:txBody>
        </p:sp>
        <p:sp>
          <p:nvSpPr>
            <p:cNvPr id="115" name="Oval 114">
              <a:extLst>
                <a:ext uri="{FF2B5EF4-FFF2-40B4-BE49-F238E27FC236}">
                  <a16:creationId xmlns:a16="http://schemas.microsoft.com/office/drawing/2014/main" id="{3223468A-81FB-4BB2-814F-88931ECD173D}"/>
                </a:ext>
              </a:extLst>
            </p:cNvPr>
            <p:cNvSpPr/>
            <p:nvPr/>
          </p:nvSpPr>
          <p:spPr>
            <a:xfrm>
              <a:off x="389650" y="791399"/>
              <a:ext cx="1244040" cy="1244040"/>
            </a:xfrm>
            <a:prstGeom prst="ellipse">
              <a:avLst/>
            </a:prstGeom>
            <a:solidFill>
              <a:schemeClr val="accent3"/>
            </a:solidFill>
            <a:ln w="41275">
              <a:solidFill>
                <a:schemeClr val="accent3"/>
              </a:solidFill>
            </a:ln>
            <a:effectLst/>
          </p:spPr>
          <p:txBody>
            <a:bodyPr wrap="square" anchor="ctr">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p:txBody>
        </p:sp>
        <p:sp>
          <p:nvSpPr>
            <p:cNvPr id="116" name="TextBox 115">
              <a:extLst>
                <a:ext uri="{FF2B5EF4-FFF2-40B4-BE49-F238E27FC236}">
                  <a16:creationId xmlns:a16="http://schemas.microsoft.com/office/drawing/2014/main" id="{748AA6C8-529B-41B3-A7C3-0F0FDD9D3E5C}"/>
                </a:ext>
              </a:extLst>
            </p:cNvPr>
            <p:cNvSpPr txBox="1"/>
            <p:nvPr/>
          </p:nvSpPr>
          <p:spPr>
            <a:xfrm>
              <a:off x="368550" y="1004174"/>
              <a:ext cx="1264792" cy="818686"/>
            </a:xfrm>
            <a:prstGeom prst="rect">
              <a:avLst/>
            </a:prstGeom>
            <a:noFill/>
          </p:spPr>
          <p:txBody>
            <a:bodyPr wrap="square" lIns="0" tIns="0" rIns="0" bIns="0" rtlCol="0" anchor="ctr">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95000"/>
                </a:lnSpc>
                <a:spcBef>
                  <a:spcPts val="0"/>
                </a:spcBef>
                <a:spcAft>
                  <a:spcPts val="0"/>
                </a:spcAft>
                <a:buClrTx/>
                <a:buSzTx/>
                <a:buFontTx/>
                <a:buNone/>
                <a:tabLst/>
                <a:defRPr/>
              </a:pPr>
              <a:r>
                <a:rPr kumimoji="0" lang="en-US" sz="1867" b="1" i="0" u="none" strike="noStrike" kern="1200" cap="none" spc="0" normalizeH="0" baseline="0" noProof="1">
                  <a:ln>
                    <a:noFill/>
                  </a:ln>
                  <a:solidFill>
                    <a:schemeClr val="bg1"/>
                  </a:solidFill>
                  <a:uLnTx/>
                  <a:uFillTx/>
                  <a:latin typeface="Arial" panose="020B0604020202020204" pitchFamily="34" charset="0"/>
                  <a:cs typeface="Arial" panose="020B0604020202020204" pitchFamily="34" charset="0"/>
                </a:rPr>
                <a:t>Does </a:t>
              </a:r>
              <a:br>
                <a:rPr kumimoji="0" lang="en-US" sz="1867" b="1" i="0" u="none" strike="noStrike" kern="1200" cap="none" spc="0" normalizeH="0" baseline="0" noProof="1">
                  <a:ln>
                    <a:noFill/>
                  </a:ln>
                  <a:solidFill>
                    <a:schemeClr val="bg1"/>
                  </a:solidFill>
                  <a:uLnTx/>
                  <a:uFillTx/>
                  <a:latin typeface="Arial" panose="020B0604020202020204" pitchFamily="34" charset="0"/>
                  <a:cs typeface="Arial" panose="020B0604020202020204" pitchFamily="34" charset="0"/>
                </a:rPr>
              </a:br>
              <a:r>
                <a:rPr kumimoji="0" lang="en-US" sz="1867" b="1" i="0" u="none" strike="noStrike" kern="1200" cap="none" spc="0" normalizeH="0" baseline="0" noProof="1">
                  <a:ln>
                    <a:noFill/>
                  </a:ln>
                  <a:solidFill>
                    <a:schemeClr val="bg1"/>
                  </a:solidFill>
                  <a:uLnTx/>
                  <a:uFillTx/>
                  <a:latin typeface="Arial" panose="020B0604020202020204" pitchFamily="34" charset="0"/>
                  <a:cs typeface="Arial" panose="020B0604020202020204" pitchFamily="34" charset="0"/>
                </a:rPr>
                <a:t>traffic match to an </a:t>
              </a:r>
              <a:r>
                <a:rPr lang="en-US" sz="1867" b="1" noProof="1">
                  <a:solidFill>
                    <a:schemeClr val="bg1"/>
                  </a:solidFill>
                  <a:latin typeface="Arial" panose="020B0604020202020204" pitchFamily="34" charset="0"/>
                  <a:cs typeface="Arial" panose="020B0604020202020204" pitchFamily="34" charset="0"/>
                </a:rPr>
                <a:t>e</a:t>
              </a:r>
              <a:r>
                <a:rPr kumimoji="0" lang="en-US" sz="1867" b="1" i="0" u="none" strike="noStrike" kern="1200" cap="none" spc="0" normalizeH="0" baseline="0" noProof="1">
                  <a:ln>
                    <a:noFill/>
                  </a:ln>
                  <a:solidFill>
                    <a:schemeClr val="bg1"/>
                  </a:solidFill>
                  <a:uLnTx/>
                  <a:uFillTx/>
                  <a:latin typeface="Arial" panose="020B0604020202020204" pitchFamily="34" charset="0"/>
                  <a:cs typeface="Arial" panose="020B0604020202020204" pitchFamily="34" charset="0"/>
                </a:rPr>
                <a:t>xisting </a:t>
              </a:r>
              <a:r>
                <a:rPr lang="en-US" sz="1867" b="1" noProof="1">
                  <a:solidFill>
                    <a:schemeClr val="bg1"/>
                  </a:solidFill>
                  <a:latin typeface="Arial" panose="020B0604020202020204" pitchFamily="34" charset="0"/>
                  <a:cs typeface="Arial" panose="020B0604020202020204" pitchFamily="34" charset="0"/>
                </a:rPr>
                <a:t>s</a:t>
              </a:r>
              <a:r>
                <a:rPr kumimoji="0" lang="en-US" sz="1867" b="1" i="0" u="none" strike="noStrike" kern="1200" cap="none" spc="0" normalizeH="0" baseline="0" noProof="1">
                  <a:ln>
                    <a:noFill/>
                  </a:ln>
                  <a:solidFill>
                    <a:schemeClr val="bg1"/>
                  </a:solidFill>
                  <a:uLnTx/>
                  <a:uFillTx/>
                  <a:latin typeface="Arial" panose="020B0604020202020204" pitchFamily="34" charset="0"/>
                  <a:cs typeface="Arial" panose="020B0604020202020204" pitchFamily="34" charset="0"/>
                </a:rPr>
                <a:t>ession?</a:t>
              </a:r>
            </a:p>
          </p:txBody>
        </p:sp>
        <p:grpSp>
          <p:nvGrpSpPr>
            <p:cNvPr id="120" name="Group 119">
              <a:extLst>
                <a:ext uri="{FF2B5EF4-FFF2-40B4-BE49-F238E27FC236}">
                  <a16:creationId xmlns:a16="http://schemas.microsoft.com/office/drawing/2014/main" id="{9B253CCE-0DA6-46CD-82FB-082F03D60142}"/>
                </a:ext>
              </a:extLst>
            </p:cNvPr>
            <p:cNvGrpSpPr/>
            <p:nvPr/>
          </p:nvGrpSpPr>
          <p:grpSpPr>
            <a:xfrm>
              <a:off x="4611381" y="2924595"/>
              <a:ext cx="2560320" cy="1280160"/>
              <a:chOff x="4716156" y="3008204"/>
              <a:chExt cx="2560320" cy="1280160"/>
            </a:xfrm>
          </p:grpSpPr>
          <p:sp>
            <p:nvSpPr>
              <p:cNvPr id="125" name="Rectangle 124">
                <a:extLst>
                  <a:ext uri="{FF2B5EF4-FFF2-40B4-BE49-F238E27FC236}">
                    <a16:creationId xmlns:a16="http://schemas.microsoft.com/office/drawing/2014/main" id="{F949584A-457B-4804-BBE8-A740AD30B98B}"/>
                  </a:ext>
                </a:extLst>
              </p:cNvPr>
              <p:cNvSpPr/>
              <p:nvPr/>
            </p:nvSpPr>
            <p:spPr>
              <a:xfrm>
                <a:off x="4716156" y="3008204"/>
                <a:ext cx="2560320" cy="1280160"/>
              </a:xfrm>
              <a:prstGeom prst="rect">
                <a:avLst/>
              </a:prstGeom>
              <a:solidFill>
                <a:schemeClr val="tx2"/>
              </a:solidFill>
              <a:ln w="19050">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defTabSz="914377"/>
                <a:r>
                  <a:rPr lang="en-US" sz="2800" dirty="0">
                    <a:solidFill>
                      <a:srgbClr val="FFFFFF"/>
                    </a:solidFill>
                    <a:latin typeface="Arial" panose="020B0604020202020204" pitchFamily="34" charset="0"/>
                    <a:cs typeface="Arial" panose="020B0604020202020204" pitchFamily="34" charset="0"/>
                  </a:rPr>
                  <a:t>ENFORCEMENT</a:t>
                </a:r>
              </a:p>
            </p:txBody>
          </p:sp>
          <p:sp>
            <p:nvSpPr>
              <p:cNvPr id="126" name="Rectangle 125">
                <a:extLst>
                  <a:ext uri="{FF2B5EF4-FFF2-40B4-BE49-F238E27FC236}">
                    <a16:creationId xmlns:a16="http://schemas.microsoft.com/office/drawing/2014/main" id="{0BCA9B68-64F4-4680-AAC4-7CF1BD8CE20A}"/>
                  </a:ext>
                </a:extLst>
              </p:cNvPr>
              <p:cNvSpPr/>
              <p:nvPr/>
            </p:nvSpPr>
            <p:spPr>
              <a:xfrm>
                <a:off x="4807596" y="3090566"/>
                <a:ext cx="2377440" cy="274320"/>
              </a:xfrm>
              <a:prstGeom prst="rect">
                <a:avLst/>
              </a:prstGeom>
              <a:solidFill>
                <a:schemeClr val="tx2">
                  <a:lumMod val="20000"/>
                  <a:lumOff val="80000"/>
                </a:schemeClr>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Security Policy*</a:t>
                </a:r>
              </a:p>
            </p:txBody>
          </p:sp>
          <p:sp>
            <p:nvSpPr>
              <p:cNvPr id="127" name="Rectangle 126">
                <a:extLst>
                  <a:ext uri="{FF2B5EF4-FFF2-40B4-BE49-F238E27FC236}">
                    <a16:creationId xmlns:a16="http://schemas.microsoft.com/office/drawing/2014/main" id="{F15B51F4-3C13-463D-ACB1-6AEA287062EE}"/>
                  </a:ext>
                </a:extLst>
              </p:cNvPr>
              <p:cNvSpPr/>
              <p:nvPr/>
            </p:nvSpPr>
            <p:spPr>
              <a:xfrm>
                <a:off x="4807596" y="3939049"/>
                <a:ext cx="2377440" cy="274320"/>
              </a:xfrm>
              <a:prstGeom prst="rect">
                <a:avLst/>
              </a:prstGeom>
              <a:solidFill>
                <a:schemeClr val="tx2">
                  <a:lumMod val="20000"/>
                  <a:lumOff val="80000"/>
                </a:schemeClr>
              </a:solidFill>
              <a:ln w="19050">
                <a:no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Security Profiles</a:t>
                </a:r>
              </a:p>
            </p:txBody>
          </p:sp>
        </p:grpSp>
        <p:grpSp>
          <p:nvGrpSpPr>
            <p:cNvPr id="121" name="Group 120">
              <a:extLst>
                <a:ext uri="{FF2B5EF4-FFF2-40B4-BE49-F238E27FC236}">
                  <a16:creationId xmlns:a16="http://schemas.microsoft.com/office/drawing/2014/main" id="{D1FFB4EA-B220-4231-93C6-DF6E76877C0B}"/>
                </a:ext>
              </a:extLst>
            </p:cNvPr>
            <p:cNvGrpSpPr>
              <a:grpSpLocks noChangeAspect="1"/>
            </p:cNvGrpSpPr>
            <p:nvPr/>
          </p:nvGrpSpPr>
          <p:grpSpPr>
            <a:xfrm>
              <a:off x="7428481" y="2955366"/>
              <a:ext cx="1234440" cy="1234440"/>
              <a:chOff x="7352446" y="2981825"/>
              <a:chExt cx="1371600" cy="1371600"/>
            </a:xfrm>
          </p:grpSpPr>
          <p:sp>
            <p:nvSpPr>
              <p:cNvPr id="123" name="Oval 122">
                <a:extLst>
                  <a:ext uri="{FF2B5EF4-FFF2-40B4-BE49-F238E27FC236}">
                    <a16:creationId xmlns:a16="http://schemas.microsoft.com/office/drawing/2014/main" id="{97671464-B1F1-401A-950B-74AD914A739A}"/>
                  </a:ext>
                </a:extLst>
              </p:cNvPr>
              <p:cNvSpPr/>
              <p:nvPr/>
            </p:nvSpPr>
            <p:spPr>
              <a:xfrm>
                <a:off x="7352446" y="2981825"/>
                <a:ext cx="1371600" cy="1371600"/>
              </a:xfrm>
              <a:prstGeom prst="ellipse">
                <a:avLst/>
              </a:prstGeom>
              <a:solidFill>
                <a:schemeClr val="accent5"/>
              </a:solidFill>
              <a:ln w="41275">
                <a:solidFill>
                  <a:schemeClr val="tx2"/>
                </a:solidFill>
              </a:ln>
              <a:effectLst/>
            </p:spPr>
            <p:txBody>
              <a:bodyPr wrap="square" anchor="ctr">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p:txBody>
          </p:sp>
          <p:sp>
            <p:nvSpPr>
              <p:cNvPr id="124" name="Oval 123">
                <a:extLst>
                  <a:ext uri="{FF2B5EF4-FFF2-40B4-BE49-F238E27FC236}">
                    <a16:creationId xmlns:a16="http://schemas.microsoft.com/office/drawing/2014/main" id="{C36EEE08-371A-48CB-AFD4-ED1F61A2997A}"/>
                  </a:ext>
                </a:extLst>
              </p:cNvPr>
              <p:cNvSpPr>
                <a:spLocks noChangeAspect="1"/>
              </p:cNvSpPr>
              <p:nvPr/>
            </p:nvSpPr>
            <p:spPr>
              <a:xfrm>
                <a:off x="7417402" y="3046779"/>
                <a:ext cx="1241692" cy="1241692"/>
              </a:xfrm>
              <a:prstGeom prst="ellipse">
                <a:avLst/>
              </a:prstGeom>
              <a:solidFill>
                <a:schemeClr val="tx2"/>
              </a:solidFill>
              <a:ln w="41275">
                <a:solidFill>
                  <a:schemeClr val="tx2"/>
                </a:solidFill>
              </a:ln>
              <a:effectLst/>
            </p:spPr>
            <p:txBody>
              <a:bodyPr wrap="square" anchor="ctr">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pitchFamily="34" charset="0"/>
                  <a:ea typeface="+mn-ea"/>
                  <a:cs typeface="Arial" pitchFamily="34" charset="0"/>
                </a:endParaRPr>
              </a:p>
            </p:txBody>
          </p:sp>
        </p:grpSp>
        <p:sp>
          <p:nvSpPr>
            <p:cNvPr id="122" name="TextBox 121">
              <a:extLst>
                <a:ext uri="{FF2B5EF4-FFF2-40B4-BE49-F238E27FC236}">
                  <a16:creationId xmlns:a16="http://schemas.microsoft.com/office/drawing/2014/main" id="{C8480236-97E5-42C5-B16F-B997813FB612}"/>
                </a:ext>
              </a:extLst>
            </p:cNvPr>
            <p:cNvSpPr txBox="1"/>
            <p:nvPr/>
          </p:nvSpPr>
          <p:spPr>
            <a:xfrm>
              <a:off x="7484009" y="3338735"/>
              <a:ext cx="1115208" cy="535531"/>
            </a:xfrm>
            <a:prstGeom prst="rect">
              <a:avLst/>
            </a:prstGeom>
            <a:noFill/>
          </p:spPr>
          <p:txBody>
            <a:bodyPr wrap="square" rtlCol="0" anchor="ctr">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9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FFFFF"/>
                  </a:solidFill>
                  <a:uLnTx/>
                  <a:uFillTx/>
                  <a:latin typeface="Arial" panose="020B0604020202020204" pitchFamily="34" charset="0"/>
                  <a:cs typeface="Arial" panose="020B0604020202020204" pitchFamily="34" charset="0"/>
                </a:rPr>
                <a:t>Forward Traffic</a:t>
              </a:r>
            </a:p>
          </p:txBody>
        </p:sp>
      </p:grpSp>
      <p:sp>
        <p:nvSpPr>
          <p:cNvPr id="12" name="Rectangle: Rounded Corners 11">
            <a:extLst>
              <a:ext uri="{FF2B5EF4-FFF2-40B4-BE49-F238E27FC236}">
                <a16:creationId xmlns:a16="http://schemas.microsoft.com/office/drawing/2014/main" id="{3560F78F-8C33-4665-BAAA-D03266FFAF5F}"/>
              </a:ext>
            </a:extLst>
          </p:cNvPr>
          <p:cNvSpPr/>
          <p:nvPr/>
        </p:nvSpPr>
        <p:spPr>
          <a:xfrm>
            <a:off x="4430665" y="3863124"/>
            <a:ext cx="1219200" cy="724987"/>
          </a:xfrm>
          <a:prstGeom prst="roundRect">
            <a:avLst/>
          </a:prstGeom>
          <a:solidFill>
            <a:schemeClr val="accent4">
              <a:lumMod val="60000"/>
              <a:lumOff val="40000"/>
            </a:schemeClr>
          </a:solidFill>
          <a:ln w="1905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US" sz="3200" dirty="0">
              <a:latin typeface="Arial" pitchFamily="34" charset="0"/>
              <a:cs typeface="Arial" pitchFamily="34" charset="0"/>
            </a:endParaRPr>
          </a:p>
        </p:txBody>
      </p:sp>
      <p:sp>
        <p:nvSpPr>
          <p:cNvPr id="60" name="Rectangle 59">
            <a:extLst>
              <a:ext uri="{FF2B5EF4-FFF2-40B4-BE49-F238E27FC236}">
                <a16:creationId xmlns:a16="http://schemas.microsoft.com/office/drawing/2014/main" id="{3E1BD5D5-9551-4B34-90E3-535CE97C7156}"/>
              </a:ext>
            </a:extLst>
          </p:cNvPr>
          <p:cNvSpPr/>
          <p:nvPr/>
        </p:nvSpPr>
        <p:spPr>
          <a:xfrm>
            <a:off x="4356106" y="4052168"/>
            <a:ext cx="1374735" cy="313932"/>
          </a:xfrm>
          <a:prstGeom prst="rect">
            <a:avLst/>
          </a:prstGeom>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80008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rPr>
              <a:t>Encrypted?</a:t>
            </a:r>
          </a:p>
        </p:txBody>
      </p:sp>
      <p:cxnSp>
        <p:nvCxnSpPr>
          <p:cNvPr id="14" name="Straight Arrow Connector 13">
            <a:extLst>
              <a:ext uri="{FF2B5EF4-FFF2-40B4-BE49-F238E27FC236}">
                <a16:creationId xmlns:a16="http://schemas.microsoft.com/office/drawing/2014/main" id="{EECBE324-CC82-4FA0-836A-FC691B74294F}"/>
              </a:ext>
            </a:extLst>
          </p:cNvPr>
          <p:cNvCxnSpPr>
            <a:cxnSpLocks/>
            <a:endCxn id="12" idx="1"/>
          </p:cNvCxnSpPr>
          <p:nvPr/>
        </p:nvCxnSpPr>
        <p:spPr>
          <a:xfrm flipV="1">
            <a:off x="4035281" y="4225617"/>
            <a:ext cx="395385" cy="485051"/>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sp>
        <p:nvSpPr>
          <p:cNvPr id="66" name="Rectangle: Rounded Corners 65">
            <a:extLst>
              <a:ext uri="{FF2B5EF4-FFF2-40B4-BE49-F238E27FC236}">
                <a16:creationId xmlns:a16="http://schemas.microsoft.com/office/drawing/2014/main" id="{871FEC6B-7DC1-483B-A223-37E261353C09}"/>
              </a:ext>
            </a:extLst>
          </p:cNvPr>
          <p:cNvSpPr/>
          <p:nvPr/>
        </p:nvSpPr>
        <p:spPr>
          <a:xfrm>
            <a:off x="4414105" y="4937180"/>
            <a:ext cx="1219200" cy="724987"/>
          </a:xfrm>
          <a:prstGeom prst="roundRect">
            <a:avLst/>
          </a:prstGeom>
          <a:solidFill>
            <a:schemeClr val="accent4">
              <a:lumMod val="60000"/>
              <a:lumOff val="40000"/>
            </a:schemeClr>
          </a:solidFill>
          <a:ln w="1905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US" sz="3200" dirty="0">
              <a:latin typeface="Arial" pitchFamily="34" charset="0"/>
              <a:cs typeface="Arial" pitchFamily="34" charset="0"/>
            </a:endParaRPr>
          </a:p>
        </p:txBody>
      </p:sp>
      <p:sp>
        <p:nvSpPr>
          <p:cNvPr id="67" name="Rectangle 66">
            <a:extLst>
              <a:ext uri="{FF2B5EF4-FFF2-40B4-BE49-F238E27FC236}">
                <a16:creationId xmlns:a16="http://schemas.microsoft.com/office/drawing/2014/main" id="{004D8295-55AD-432C-B7AB-45F3C3194F54}"/>
              </a:ext>
            </a:extLst>
          </p:cNvPr>
          <p:cNvSpPr/>
          <p:nvPr/>
        </p:nvSpPr>
        <p:spPr>
          <a:xfrm>
            <a:off x="4513285" y="4970205"/>
            <a:ext cx="1007113" cy="621709"/>
          </a:xfrm>
          <a:prstGeom prst="rect">
            <a:avLst/>
          </a:prstGeom>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80008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rPr>
              <a:t>Decrypt</a:t>
            </a:r>
          </a:p>
          <a:p>
            <a:pPr marL="0" marR="0" lvl="0" indent="0" algn="ctr" defTabSz="800080" rtl="0" eaLnBrk="1" fontAlgn="auto" latinLnBrk="0" hangingPunct="1">
              <a:lnSpc>
                <a:spcPct val="90000"/>
              </a:lnSpc>
              <a:spcBef>
                <a:spcPct val="0"/>
              </a:spcBef>
              <a:spcAft>
                <a:spcPct val="35000"/>
              </a:spcAft>
              <a:buClrTx/>
              <a:buSzTx/>
              <a:buFontTx/>
              <a:buNone/>
              <a:tabLst/>
              <a:defRPr/>
            </a:pPr>
            <a:r>
              <a:rPr lang="en-US" sz="1600" b="1" dirty="0">
                <a:solidFill>
                  <a:srgbClr val="000000"/>
                </a:solidFill>
                <a:latin typeface="Arial" panose="020B0604020202020204"/>
              </a:rPr>
              <a:t>Policy?</a:t>
            </a:r>
            <a:endPar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20" name="Straight Connector 19">
            <a:extLst>
              <a:ext uri="{FF2B5EF4-FFF2-40B4-BE49-F238E27FC236}">
                <a16:creationId xmlns:a16="http://schemas.microsoft.com/office/drawing/2014/main" id="{419605BE-544D-4481-A591-5EB5DC73658F}"/>
              </a:ext>
            </a:extLst>
          </p:cNvPr>
          <p:cNvCxnSpPr>
            <a:cxnSpLocks/>
            <a:stCxn id="66" idx="2"/>
          </p:cNvCxnSpPr>
          <p:nvPr/>
        </p:nvCxnSpPr>
        <p:spPr>
          <a:xfrm>
            <a:off x="5023705" y="5662167"/>
            <a:ext cx="0" cy="233141"/>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82ED1E97-77F9-455B-9A7E-40CA0D6AEF1B}"/>
              </a:ext>
            </a:extLst>
          </p:cNvPr>
          <p:cNvCxnSpPr>
            <a:cxnSpLocks/>
            <a:stCxn id="12" idx="3"/>
          </p:cNvCxnSpPr>
          <p:nvPr/>
        </p:nvCxnSpPr>
        <p:spPr>
          <a:xfrm>
            <a:off x="5649866" y="4225617"/>
            <a:ext cx="444205" cy="485051"/>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E4D13DDB-5DFD-4706-9B69-A2A2DA828DE8}"/>
              </a:ext>
            </a:extLst>
          </p:cNvPr>
          <p:cNvCxnSpPr>
            <a:cxnSpLocks/>
          </p:cNvCxnSpPr>
          <p:nvPr/>
        </p:nvCxnSpPr>
        <p:spPr>
          <a:xfrm flipV="1">
            <a:off x="5636966" y="4808667"/>
            <a:ext cx="444205" cy="492868"/>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39B7D763-C87C-48B2-943B-F1065578CB27}"/>
              </a:ext>
            </a:extLst>
          </p:cNvPr>
          <p:cNvCxnSpPr>
            <a:cxnSpLocks/>
          </p:cNvCxnSpPr>
          <p:nvPr/>
        </p:nvCxnSpPr>
        <p:spPr>
          <a:xfrm>
            <a:off x="5029549" y="4586647"/>
            <a:ext cx="0" cy="329331"/>
          </a:xfrm>
          <a:prstGeom prst="straightConnector1">
            <a:avLst/>
          </a:prstGeom>
          <a:ln>
            <a:solidFill>
              <a:schemeClr val="bg1"/>
            </a:solidFill>
            <a:tailEnd type="arrow"/>
          </a:ln>
        </p:spPr>
        <p:style>
          <a:lnRef idx="2">
            <a:schemeClr val="accent1"/>
          </a:lnRef>
          <a:fillRef idx="0">
            <a:schemeClr val="accent1"/>
          </a:fillRef>
          <a:effectRef idx="1">
            <a:schemeClr val="accent1"/>
          </a:effectRef>
          <a:fontRef idx="minor">
            <a:schemeClr val="tx1"/>
          </a:fontRef>
        </p:style>
      </p:cxnSp>
      <p:sp>
        <p:nvSpPr>
          <p:cNvPr id="133" name="Rectangle 132">
            <a:extLst>
              <a:ext uri="{FF2B5EF4-FFF2-40B4-BE49-F238E27FC236}">
                <a16:creationId xmlns:a16="http://schemas.microsoft.com/office/drawing/2014/main" id="{A613251E-9A0C-4A02-A2FE-7E84A4ED8FE6}"/>
              </a:ext>
            </a:extLst>
          </p:cNvPr>
          <p:cNvSpPr/>
          <p:nvPr/>
        </p:nvSpPr>
        <p:spPr>
          <a:xfrm>
            <a:off x="4577213" y="4654010"/>
            <a:ext cx="335563" cy="225703"/>
          </a:xfrm>
          <a:prstGeom prst="rect">
            <a:avLst/>
          </a:prstGeom>
          <a:effectLst/>
        </p:spPr>
        <p:txBody>
          <a:bodyPr wrap="square" lIns="0" tIns="0" rIns="0" bIns="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467" b="1" dirty="0">
                <a:latin typeface="Arial" panose="020B0604020202020204" pitchFamily="34" charset="0"/>
                <a:cs typeface="Arial" panose="020B0604020202020204" pitchFamily="34" charset="0"/>
              </a:rPr>
              <a:t>Yes</a:t>
            </a:r>
            <a:endParaRPr kumimoji="0" lang="en-US" sz="1467"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34" name="Rectangle 133">
            <a:extLst>
              <a:ext uri="{FF2B5EF4-FFF2-40B4-BE49-F238E27FC236}">
                <a16:creationId xmlns:a16="http://schemas.microsoft.com/office/drawing/2014/main" id="{59D2F409-D96A-47EE-9DB5-5AD1BA1F6082}"/>
              </a:ext>
            </a:extLst>
          </p:cNvPr>
          <p:cNvSpPr/>
          <p:nvPr/>
        </p:nvSpPr>
        <p:spPr>
          <a:xfrm>
            <a:off x="4577789" y="5665887"/>
            <a:ext cx="335563" cy="225703"/>
          </a:xfrm>
          <a:prstGeom prst="rect">
            <a:avLst/>
          </a:prstGeom>
          <a:effectLst/>
        </p:spPr>
        <p:txBody>
          <a:bodyPr wrap="square" lIns="0" tIns="0" rIns="0" bIns="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467" b="1" dirty="0">
                <a:latin typeface="Arial" panose="020B0604020202020204" pitchFamily="34" charset="0"/>
                <a:cs typeface="Arial" panose="020B0604020202020204" pitchFamily="34" charset="0"/>
              </a:rPr>
              <a:t>Yes</a:t>
            </a:r>
            <a:endParaRPr kumimoji="0" lang="en-US" sz="1467"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060D9DEC-0CD7-4569-BF83-79285BD8C560}"/>
              </a:ext>
            </a:extLst>
          </p:cNvPr>
          <p:cNvSpPr/>
          <p:nvPr/>
        </p:nvSpPr>
        <p:spPr>
          <a:xfrm>
            <a:off x="5718521" y="4641873"/>
            <a:ext cx="252207" cy="225703"/>
          </a:xfrm>
          <a:prstGeom prst="rect">
            <a:avLst/>
          </a:prstGeom>
          <a:effectLst/>
        </p:spPr>
        <p:txBody>
          <a:bodyPr wrap="square" lIns="0" tIns="0" rIns="0" bIns="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effectLst/>
                <a:uLnTx/>
                <a:uFillTx/>
                <a:latin typeface="Arial" panose="020B0604020202020204" pitchFamily="34" charset="0"/>
                <a:cs typeface="Arial" panose="020B0604020202020204" pitchFamily="34" charset="0"/>
              </a:rPr>
              <a:t>No</a:t>
            </a:r>
          </a:p>
        </p:txBody>
      </p:sp>
    </p:spTree>
    <p:custDataLst>
      <p:tags r:id="rId1"/>
    </p:custDataLst>
    <p:extLst>
      <p:ext uri="{BB962C8B-B14F-4D97-AF65-F5344CB8AC3E}">
        <p14:creationId xmlns:p14="http://schemas.microsoft.com/office/powerpoint/2010/main" val="3034323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747635A-6229-D879-7F8C-AE71E9A2B271}"/>
              </a:ext>
            </a:extLst>
          </p:cNvPr>
          <p:cNvPicPr>
            <a:picLocks noChangeAspect="1"/>
          </p:cNvPicPr>
          <p:nvPr/>
        </p:nvPicPr>
        <p:blipFill>
          <a:blip r:embed="rId2"/>
          <a:stretch>
            <a:fillRect/>
          </a:stretch>
        </p:blipFill>
        <p:spPr>
          <a:xfrm>
            <a:off x="1467865" y="559491"/>
            <a:ext cx="9256270" cy="5267409"/>
          </a:xfrm>
          <a:prstGeom prst="rect">
            <a:avLst/>
          </a:prstGeom>
        </p:spPr>
      </p:pic>
    </p:spTree>
    <p:extLst>
      <p:ext uri="{BB962C8B-B14F-4D97-AF65-F5344CB8AC3E}">
        <p14:creationId xmlns:p14="http://schemas.microsoft.com/office/powerpoint/2010/main" val="1388443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E0427-03C3-A936-E3AB-78EB2A14BD5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CAC0700-2465-B3B8-5AA8-523EE0B9D05C}"/>
              </a:ext>
            </a:extLst>
          </p:cNvPr>
          <p:cNvPicPr>
            <a:picLocks noChangeAspect="1"/>
          </p:cNvPicPr>
          <p:nvPr/>
        </p:nvPicPr>
        <p:blipFill>
          <a:blip r:embed="rId3"/>
          <a:stretch>
            <a:fillRect/>
          </a:stretch>
        </p:blipFill>
        <p:spPr>
          <a:xfrm>
            <a:off x="1061065" y="181638"/>
            <a:ext cx="10069870" cy="5741846"/>
          </a:xfrm>
          <a:prstGeom prst="rect">
            <a:avLst/>
          </a:prstGeom>
        </p:spPr>
      </p:pic>
    </p:spTree>
    <p:extLst>
      <p:ext uri="{BB962C8B-B14F-4D97-AF65-F5344CB8AC3E}">
        <p14:creationId xmlns:p14="http://schemas.microsoft.com/office/powerpoint/2010/main" val="326455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D2AFCD-8F4E-4B9F-4E66-8E247635065C}"/>
              </a:ext>
            </a:extLst>
          </p:cNvPr>
          <p:cNvSpPr>
            <a:spLocks noGrp="1"/>
          </p:cNvSpPr>
          <p:nvPr>
            <p:ph type="title"/>
          </p:nvPr>
        </p:nvSpPr>
        <p:spPr/>
        <p:txBody>
          <a:bodyPr>
            <a:normAutofit fontScale="90000"/>
          </a:bodyPr>
          <a:lstStyle/>
          <a:p>
            <a:r>
              <a:rPr lang="en-US" b="1" kern="100" dirty="0">
                <a:latin typeface="Aptos" panose="020B0004020202020204" pitchFamily="34" charset="0"/>
                <a:ea typeface="Aptos" panose="020B0004020202020204" pitchFamily="34" charset="0"/>
                <a:cs typeface="Times New Roman" panose="02020603050405020304" pitchFamily="18" charset="0"/>
              </a:rPr>
              <a:t>Treat Administrator Accounts Like a Toothbrush</a:t>
            </a:r>
            <a:br>
              <a:rPr lang="en-US" kern="100" dirty="0">
                <a:latin typeface="Aptos" panose="020B0004020202020204" pitchFamily="34" charset="0"/>
                <a:ea typeface="Aptos" panose="020B0004020202020204" pitchFamily="34" charset="0"/>
                <a:cs typeface="Times New Roman" panose="02020603050405020304" pitchFamily="18" charset="0"/>
              </a:rPr>
            </a:br>
            <a:endParaRPr lang="en-US" dirty="0"/>
          </a:p>
        </p:txBody>
      </p:sp>
      <p:sp>
        <p:nvSpPr>
          <p:cNvPr id="28" name="TextBox 27">
            <a:extLst>
              <a:ext uri="{FF2B5EF4-FFF2-40B4-BE49-F238E27FC236}">
                <a16:creationId xmlns:a16="http://schemas.microsoft.com/office/drawing/2014/main" id="{DD3F5715-7509-21D1-AB14-81089C16616A}"/>
              </a:ext>
            </a:extLst>
          </p:cNvPr>
          <p:cNvSpPr txBox="1"/>
          <p:nvPr/>
        </p:nvSpPr>
        <p:spPr>
          <a:xfrm>
            <a:off x="1250343" y="1690688"/>
            <a:ext cx="8998888" cy="3137975"/>
          </a:xfrm>
          <a:prstGeom prst="rect">
            <a:avLst/>
          </a:prstGeom>
          <a:noFill/>
        </p:spPr>
        <p:txBody>
          <a:bodyPr wrap="square">
            <a:spAutoFit/>
          </a:bodyPr>
          <a:lstStyle/>
          <a:p>
            <a:pPr marL="342900" marR="0" lvl="0" indent="-342900">
              <a:lnSpc>
                <a:spcPct val="115000"/>
              </a:lnSpc>
              <a:spcAft>
                <a:spcPts val="800"/>
              </a:spcAft>
              <a:buSzPts val="1000"/>
              <a:buFont typeface="Symbol" panose="05050102010706020507" pitchFamily="18" charset="2"/>
              <a:buChar char=""/>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Each administrator account is personal and should </a:t>
            </a:r>
            <a:r>
              <a:rPr lang="en-US" b="1" kern="100" dirty="0">
                <a:effectLst/>
                <a:latin typeface="Aptos" panose="020B0004020202020204" pitchFamily="34" charset="0"/>
                <a:ea typeface="Aptos" panose="020B0004020202020204" pitchFamily="34" charset="0"/>
                <a:cs typeface="Times New Roman" panose="02020603050405020304" pitchFamily="18" charset="0"/>
              </a:rPr>
              <a:t>never be shared</a:t>
            </a:r>
            <a:r>
              <a:rPr lang="en-US"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b="1" kern="100" dirty="0">
                <a:effectLst/>
                <a:latin typeface="Aptos" panose="020B0004020202020204" pitchFamily="34" charset="0"/>
                <a:ea typeface="Aptos" panose="020B0004020202020204" pitchFamily="34" charset="0"/>
                <a:cs typeface="Times New Roman" panose="02020603050405020304" pitchFamily="18" charset="0"/>
              </a:rPr>
              <a:t>Best Practice:</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Use strong, unique passwords.</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Rotate credentials regularly.</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Assign individual accounts instead of group/shared accounts to ensure </a:t>
            </a:r>
            <a:r>
              <a:rPr lang="en-US" b="1" kern="100" dirty="0">
                <a:effectLst/>
                <a:latin typeface="Aptos" panose="020B0004020202020204" pitchFamily="34" charset="0"/>
                <a:ea typeface="Aptos" panose="020B0004020202020204" pitchFamily="34" charset="0"/>
                <a:cs typeface="Times New Roman" panose="02020603050405020304" pitchFamily="18" charset="0"/>
              </a:rPr>
              <a:t>accountability</a:t>
            </a:r>
            <a:r>
              <a:rPr lang="en-US"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b="1" kern="100" dirty="0">
                <a:effectLst/>
                <a:latin typeface="Aptos" panose="020B0004020202020204" pitchFamily="34" charset="0"/>
                <a:ea typeface="Aptos" panose="020B0004020202020204" pitchFamily="34" charset="0"/>
                <a:cs typeface="Times New Roman" panose="02020603050405020304" pitchFamily="18" charset="0"/>
              </a:rPr>
              <a:t>Why it matters:</a:t>
            </a:r>
            <a:r>
              <a:rPr lang="en-US" kern="100" dirty="0">
                <a:effectLst/>
                <a:latin typeface="Aptos" panose="020B0004020202020204" pitchFamily="34" charset="0"/>
                <a:ea typeface="Aptos" panose="020B0004020202020204" pitchFamily="34" charset="0"/>
                <a:cs typeface="Times New Roman" panose="02020603050405020304" pitchFamily="18" charset="0"/>
              </a:rPr>
              <a:t> Shared accounts make it impossible to trace changes or security incidents back to a specific user.</a:t>
            </a:r>
          </a:p>
        </p:txBody>
      </p:sp>
    </p:spTree>
    <p:extLst>
      <p:ext uri="{BB962C8B-B14F-4D97-AF65-F5344CB8AC3E}">
        <p14:creationId xmlns:p14="http://schemas.microsoft.com/office/powerpoint/2010/main" val="340982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D2FA0-2F80-DA75-B0DF-5A77E9A7FB1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8A1D706-5691-B06E-E05D-3FF3F692D71E}"/>
              </a:ext>
            </a:extLst>
          </p:cNvPr>
          <p:cNvPicPr>
            <a:picLocks noChangeAspect="1"/>
          </p:cNvPicPr>
          <p:nvPr/>
        </p:nvPicPr>
        <p:blipFill>
          <a:blip r:embed="rId3"/>
          <a:stretch>
            <a:fillRect/>
          </a:stretch>
        </p:blipFill>
        <p:spPr>
          <a:xfrm>
            <a:off x="798508" y="170855"/>
            <a:ext cx="8293653" cy="711740"/>
          </a:xfrm>
          <a:prstGeom prst="rect">
            <a:avLst/>
          </a:prstGeom>
        </p:spPr>
      </p:pic>
      <p:pic>
        <p:nvPicPr>
          <p:cNvPr id="6" name="Picture 5">
            <a:extLst>
              <a:ext uri="{FF2B5EF4-FFF2-40B4-BE49-F238E27FC236}">
                <a16:creationId xmlns:a16="http://schemas.microsoft.com/office/drawing/2014/main" id="{A1A0C5F8-70F8-D4D7-22D2-6EAA76A99218}"/>
              </a:ext>
            </a:extLst>
          </p:cNvPr>
          <p:cNvPicPr>
            <a:picLocks noChangeAspect="1"/>
          </p:cNvPicPr>
          <p:nvPr/>
        </p:nvPicPr>
        <p:blipFill>
          <a:blip r:embed="rId4"/>
          <a:stretch>
            <a:fillRect/>
          </a:stretch>
        </p:blipFill>
        <p:spPr>
          <a:xfrm>
            <a:off x="1648335" y="1103253"/>
            <a:ext cx="8895329" cy="4651494"/>
          </a:xfrm>
          <a:prstGeom prst="rect">
            <a:avLst/>
          </a:prstGeom>
        </p:spPr>
      </p:pic>
    </p:spTree>
    <p:extLst>
      <p:ext uri="{BB962C8B-B14F-4D97-AF65-F5344CB8AC3E}">
        <p14:creationId xmlns:p14="http://schemas.microsoft.com/office/powerpoint/2010/main" val="737733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3C17-608B-659F-EC6E-01732116A6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FAE2C3-15F3-BD52-7106-BDD4F857CD35}"/>
              </a:ext>
            </a:extLst>
          </p:cNvPr>
          <p:cNvSpPr>
            <a:spLocks noGrp="1"/>
          </p:cNvSpPr>
          <p:nvPr>
            <p:ph type="title"/>
          </p:nvPr>
        </p:nvSpPr>
        <p:spPr/>
        <p:txBody>
          <a:bodyPr>
            <a:normAutofit fontScale="90000"/>
          </a:bodyPr>
          <a:lstStyle/>
          <a:p>
            <a:r>
              <a:rPr lang="en-US" b="1" kern="100" dirty="0">
                <a:latin typeface="Aptos" panose="020B0004020202020204" pitchFamily="34" charset="0"/>
                <a:ea typeface="Aptos" panose="020B0004020202020204" pitchFamily="34" charset="0"/>
                <a:cs typeface="Times New Roman" panose="02020603050405020304" pitchFamily="18" charset="0"/>
              </a:rPr>
              <a:t>Firewall Authentication &amp; Authorization Overview</a:t>
            </a:r>
            <a:br>
              <a:rPr lang="en-US" kern="100" dirty="0">
                <a:latin typeface="Aptos" panose="020B0004020202020204" pitchFamily="34" charset="0"/>
                <a:ea typeface="Aptos" panose="020B0004020202020204" pitchFamily="34" charset="0"/>
                <a:cs typeface="Times New Roman" panose="02020603050405020304" pitchFamily="18" charset="0"/>
              </a:rPr>
            </a:br>
            <a:endParaRPr lang="en-US" dirty="0"/>
          </a:p>
        </p:txBody>
      </p:sp>
      <p:sp>
        <p:nvSpPr>
          <p:cNvPr id="4" name="TextBox 3">
            <a:extLst>
              <a:ext uri="{FF2B5EF4-FFF2-40B4-BE49-F238E27FC236}">
                <a16:creationId xmlns:a16="http://schemas.microsoft.com/office/drawing/2014/main" id="{1AAE7D05-3F76-78B5-2416-19ADE7161C27}"/>
              </a:ext>
            </a:extLst>
          </p:cNvPr>
          <p:cNvSpPr txBox="1"/>
          <p:nvPr/>
        </p:nvSpPr>
        <p:spPr>
          <a:xfrm>
            <a:off x="1274196" y="1455600"/>
            <a:ext cx="9126109" cy="3776996"/>
          </a:xfrm>
          <a:prstGeom prst="rect">
            <a:avLst/>
          </a:prstGeom>
          <a:noFill/>
        </p:spPr>
        <p:txBody>
          <a:bodyPr wrap="square">
            <a:spAutoFit/>
          </a:bodyPr>
          <a:lstStyle/>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Authentication:</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Verifies user identity (username, password, certificate, MFA).</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Authorization:</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Determines what actions an authenticated user can perform.</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Logging:</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All administrative actions are recorded in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Configuration and System logs</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Aft>
                <a:spcPts val="800"/>
              </a:spcAft>
              <a:buNone/>
            </a:pPr>
            <a:r>
              <a:rPr lang="en-US" sz="2400" i="1" kern="100" dirty="0">
                <a:effectLst/>
                <a:latin typeface="Aptos" panose="020B0004020202020204" pitchFamily="34" charset="0"/>
                <a:ea typeface="Aptos" panose="020B0004020202020204" pitchFamily="34" charset="0"/>
                <a:cs typeface="Times New Roman" panose="02020603050405020304" pitchFamily="18" charset="0"/>
              </a:rPr>
              <a:t>Extra Note:</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This separation follows the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AAA model (Authentication, Authorization, Accounting)</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used in network security.</a:t>
            </a:r>
          </a:p>
        </p:txBody>
      </p:sp>
    </p:spTree>
    <p:extLst>
      <p:ext uri="{BB962C8B-B14F-4D97-AF65-F5344CB8AC3E}">
        <p14:creationId xmlns:p14="http://schemas.microsoft.com/office/powerpoint/2010/main" val="55506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8ECD2-8BE9-286F-22F3-F6352EFC4DE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9D4C591-7003-91E2-FDE6-3FB2849D6E09}"/>
              </a:ext>
            </a:extLst>
          </p:cNvPr>
          <p:cNvPicPr>
            <a:picLocks noChangeAspect="1"/>
          </p:cNvPicPr>
          <p:nvPr/>
        </p:nvPicPr>
        <p:blipFill>
          <a:blip r:embed="rId3"/>
          <a:stretch>
            <a:fillRect/>
          </a:stretch>
        </p:blipFill>
        <p:spPr>
          <a:xfrm>
            <a:off x="1259848" y="323187"/>
            <a:ext cx="9672304" cy="5542867"/>
          </a:xfrm>
          <a:prstGeom prst="rect">
            <a:avLst/>
          </a:prstGeom>
        </p:spPr>
      </p:pic>
    </p:spTree>
    <p:extLst>
      <p:ext uri="{BB962C8B-B14F-4D97-AF65-F5344CB8AC3E}">
        <p14:creationId xmlns:p14="http://schemas.microsoft.com/office/powerpoint/2010/main" val="802604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63D7-75B3-971A-08F0-7FE0542795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E4A4F9-AF0D-E41A-8833-5A4648ACC126}"/>
              </a:ext>
            </a:extLst>
          </p:cNvPr>
          <p:cNvSpPr>
            <a:spLocks noGrp="1"/>
          </p:cNvSpPr>
          <p:nvPr>
            <p:ph type="title"/>
          </p:nvPr>
        </p:nvSpPr>
        <p:spPr>
          <a:xfrm>
            <a:off x="838200" y="365126"/>
            <a:ext cx="10515600" cy="704326"/>
          </a:xfrm>
        </p:spPr>
        <p:txBody>
          <a:bodyPr>
            <a:normAutofit/>
          </a:bodyPr>
          <a:lstStyle/>
          <a:p>
            <a:r>
              <a:rPr lang="en-US" sz="4000" b="1" dirty="0">
                <a:latin typeface="Aptos" panose="020B0004020202020204" pitchFamily="34" charset="0"/>
              </a:rPr>
              <a:t>When are Users Authenticated?</a:t>
            </a:r>
          </a:p>
        </p:txBody>
      </p:sp>
      <p:pic>
        <p:nvPicPr>
          <p:cNvPr id="4" name="Picture 3">
            <a:extLst>
              <a:ext uri="{FF2B5EF4-FFF2-40B4-BE49-F238E27FC236}">
                <a16:creationId xmlns:a16="http://schemas.microsoft.com/office/drawing/2014/main" id="{0B705684-5694-ECA2-07CE-ADF395FEBB88}"/>
              </a:ext>
            </a:extLst>
          </p:cNvPr>
          <p:cNvPicPr>
            <a:picLocks noChangeAspect="1"/>
          </p:cNvPicPr>
          <p:nvPr/>
        </p:nvPicPr>
        <p:blipFill>
          <a:blip r:embed="rId3"/>
          <a:stretch>
            <a:fillRect/>
          </a:stretch>
        </p:blipFill>
        <p:spPr>
          <a:xfrm>
            <a:off x="1554035" y="1477071"/>
            <a:ext cx="9083930" cy="4311478"/>
          </a:xfrm>
          <a:prstGeom prst="rect">
            <a:avLst/>
          </a:prstGeom>
        </p:spPr>
      </p:pic>
    </p:spTree>
    <p:extLst>
      <p:ext uri="{BB962C8B-B14F-4D97-AF65-F5344CB8AC3E}">
        <p14:creationId xmlns:p14="http://schemas.microsoft.com/office/powerpoint/2010/main" val="3409902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80F77-0FB2-9841-9B4D-C9617D2A57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129BA6-06D0-4A12-1715-75856983CDD3}"/>
              </a:ext>
            </a:extLst>
          </p:cNvPr>
          <p:cNvSpPr>
            <a:spLocks noGrp="1"/>
          </p:cNvSpPr>
          <p:nvPr>
            <p:ph type="title"/>
          </p:nvPr>
        </p:nvSpPr>
        <p:spPr>
          <a:xfrm>
            <a:off x="838200" y="365126"/>
            <a:ext cx="10515600" cy="748058"/>
          </a:xfrm>
        </p:spPr>
        <p:txBody>
          <a:bodyPr>
            <a:normAutofit/>
          </a:bodyPr>
          <a:lstStyle/>
          <a:p>
            <a:r>
              <a:rPr lang="en-US" sz="4000" b="1" dirty="0">
                <a:latin typeface="Aptos" panose="020B0004020202020204" pitchFamily="34" charset="0"/>
              </a:rPr>
              <a:t>Configure Authentication “to” the Firewall</a:t>
            </a:r>
          </a:p>
        </p:txBody>
      </p:sp>
      <p:pic>
        <p:nvPicPr>
          <p:cNvPr id="4" name="Picture 3">
            <a:extLst>
              <a:ext uri="{FF2B5EF4-FFF2-40B4-BE49-F238E27FC236}">
                <a16:creationId xmlns:a16="http://schemas.microsoft.com/office/drawing/2014/main" id="{2170F720-7E5C-B54C-B296-BA35D24DF3C2}"/>
              </a:ext>
            </a:extLst>
          </p:cNvPr>
          <p:cNvPicPr>
            <a:picLocks noChangeAspect="1"/>
          </p:cNvPicPr>
          <p:nvPr/>
        </p:nvPicPr>
        <p:blipFill>
          <a:blip r:embed="rId3"/>
          <a:stretch>
            <a:fillRect/>
          </a:stretch>
        </p:blipFill>
        <p:spPr>
          <a:xfrm>
            <a:off x="1355756" y="1308440"/>
            <a:ext cx="9480488" cy="4480109"/>
          </a:xfrm>
          <a:prstGeom prst="rect">
            <a:avLst/>
          </a:prstGeom>
        </p:spPr>
      </p:pic>
    </p:spTree>
    <p:extLst>
      <p:ext uri="{BB962C8B-B14F-4D97-AF65-F5344CB8AC3E}">
        <p14:creationId xmlns:p14="http://schemas.microsoft.com/office/powerpoint/2010/main" val="688121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77104-C51C-D161-5FA0-A81CE699FE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5D7CB4-CD5A-5CBD-EED1-C8F88B6E3FA1}"/>
              </a:ext>
            </a:extLst>
          </p:cNvPr>
          <p:cNvSpPr>
            <a:spLocks noGrp="1"/>
          </p:cNvSpPr>
          <p:nvPr>
            <p:ph type="title"/>
          </p:nvPr>
        </p:nvSpPr>
        <p:spPr>
          <a:xfrm>
            <a:off x="822296" y="317418"/>
            <a:ext cx="11247784" cy="740106"/>
          </a:xfrm>
        </p:spPr>
        <p:txBody>
          <a:bodyPr>
            <a:normAutofit/>
          </a:bodyPr>
          <a:lstStyle/>
          <a:p>
            <a:r>
              <a:rPr lang="en-US" sz="4000" b="1" dirty="0">
                <a:latin typeface="Aptos" panose="020B0004020202020204" pitchFamily="34" charset="0"/>
              </a:rPr>
              <a:t>Configure Authentication “through” the Firewall</a:t>
            </a:r>
          </a:p>
        </p:txBody>
      </p:sp>
      <p:pic>
        <p:nvPicPr>
          <p:cNvPr id="4" name="Picture 3">
            <a:extLst>
              <a:ext uri="{FF2B5EF4-FFF2-40B4-BE49-F238E27FC236}">
                <a16:creationId xmlns:a16="http://schemas.microsoft.com/office/drawing/2014/main" id="{09CA8503-E838-F6F1-40F1-2159CF2E95C6}"/>
              </a:ext>
            </a:extLst>
          </p:cNvPr>
          <p:cNvPicPr>
            <a:picLocks noChangeAspect="1"/>
          </p:cNvPicPr>
          <p:nvPr/>
        </p:nvPicPr>
        <p:blipFill>
          <a:blip r:embed="rId3"/>
          <a:stretch>
            <a:fillRect/>
          </a:stretch>
        </p:blipFill>
        <p:spPr>
          <a:xfrm>
            <a:off x="1417850" y="1133783"/>
            <a:ext cx="9356299" cy="4590434"/>
          </a:xfrm>
          <a:prstGeom prst="rect">
            <a:avLst/>
          </a:prstGeom>
        </p:spPr>
      </p:pic>
    </p:spTree>
    <p:extLst>
      <p:ext uri="{BB962C8B-B14F-4D97-AF65-F5344CB8AC3E}">
        <p14:creationId xmlns:p14="http://schemas.microsoft.com/office/powerpoint/2010/main" val="2259620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FC0FF-1A75-B338-AAE5-EEBE5D1FCB7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C72FD55-78F1-8876-FEB4-7AC464D3FA1A}"/>
              </a:ext>
            </a:extLst>
          </p:cNvPr>
          <p:cNvPicPr>
            <a:picLocks noChangeAspect="1"/>
          </p:cNvPicPr>
          <p:nvPr/>
        </p:nvPicPr>
        <p:blipFill>
          <a:blip r:embed="rId3"/>
          <a:stretch>
            <a:fillRect/>
          </a:stretch>
        </p:blipFill>
        <p:spPr>
          <a:xfrm>
            <a:off x="939143" y="213051"/>
            <a:ext cx="10773127" cy="5750074"/>
          </a:xfrm>
          <a:prstGeom prst="rect">
            <a:avLst/>
          </a:prstGeom>
        </p:spPr>
      </p:pic>
    </p:spTree>
    <p:extLst>
      <p:ext uri="{BB962C8B-B14F-4D97-AF65-F5344CB8AC3E}">
        <p14:creationId xmlns:p14="http://schemas.microsoft.com/office/powerpoint/2010/main" val="2922472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552EE-91CC-5687-D7D4-59D20EC0D5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A6DA8F8-D046-FA26-1155-95F1A500CAB3}"/>
              </a:ext>
            </a:extLst>
          </p:cNvPr>
          <p:cNvSpPr>
            <a:spLocks noGrp="1"/>
          </p:cNvSpPr>
          <p:nvPr>
            <p:ph type="title"/>
          </p:nvPr>
        </p:nvSpPr>
        <p:spPr>
          <a:xfrm>
            <a:off x="838200" y="365126"/>
            <a:ext cx="10515600" cy="628788"/>
          </a:xfrm>
        </p:spPr>
        <p:txBody>
          <a:bodyPr>
            <a:normAutofit fontScale="90000"/>
          </a:bodyPr>
          <a:lstStyle/>
          <a:p>
            <a:r>
              <a:rPr lang="en-US" sz="4000" b="1" kern="100" dirty="0">
                <a:latin typeface="Aptos" panose="020B0004020202020204" pitchFamily="34" charset="0"/>
                <a:cs typeface="Times New Roman" panose="02020603050405020304" pitchFamily="18" charset="0"/>
              </a:rPr>
              <a:t>Summary: </a:t>
            </a:r>
            <a:r>
              <a:rPr lang="en-US" sz="4000" b="1" kern="100" dirty="0">
                <a:latin typeface="Aptos" panose="020B0004020202020204" pitchFamily="34" charset="0"/>
                <a:ea typeface="Aptos" panose="020B0004020202020204" pitchFamily="34" charset="0"/>
                <a:cs typeface="Times New Roman" panose="02020603050405020304" pitchFamily="18" charset="0"/>
              </a:rPr>
              <a:t>When Are Users Authenticated?</a:t>
            </a:r>
            <a:endParaRPr lang="en-US" sz="4000" dirty="0"/>
          </a:p>
        </p:txBody>
      </p:sp>
      <p:sp>
        <p:nvSpPr>
          <p:cNvPr id="4" name="TextBox 3">
            <a:extLst>
              <a:ext uri="{FF2B5EF4-FFF2-40B4-BE49-F238E27FC236}">
                <a16:creationId xmlns:a16="http://schemas.microsoft.com/office/drawing/2014/main" id="{6C5177A7-DB82-43F8-6040-6F220CC1CFC1}"/>
              </a:ext>
            </a:extLst>
          </p:cNvPr>
          <p:cNvSpPr txBox="1"/>
          <p:nvPr/>
        </p:nvSpPr>
        <p:spPr>
          <a:xfrm>
            <a:off x="1321904" y="1140588"/>
            <a:ext cx="9929191" cy="4537652"/>
          </a:xfrm>
          <a:prstGeom prst="rect">
            <a:avLst/>
          </a:prstGeom>
          <a:noFill/>
        </p:spPr>
        <p:txBody>
          <a:bodyPr wrap="square">
            <a:spAutoFit/>
          </a:bodyPr>
          <a:lstStyle/>
          <a:p>
            <a:pPr marL="342900" marR="0" indent="-342900">
              <a:lnSpc>
                <a:spcPct val="115000"/>
              </a:lnSpc>
              <a:spcAft>
                <a:spcPts val="800"/>
              </a:spcAft>
              <a:buFont typeface="Arial" panose="020B0604020202020204" pitchFamily="34" charset="0"/>
              <a:buChar char="•"/>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To the Firewall (Admins):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800100" marR="0" lvl="1" indent="-342900">
              <a:lnSpc>
                <a:spcPct val="115000"/>
              </a:lnSpc>
              <a:spcAft>
                <a:spcPts val="800"/>
              </a:spcAft>
              <a:buSzPts val="1000"/>
              <a:buFont typeface="Arial" panose="020B0604020202020204" pitchFamily="34" charset="0"/>
              <a:buChar char="•"/>
              <a:tabLst>
                <a:tab pos="9144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Management Interface</a:t>
            </a:r>
          </a:p>
          <a:p>
            <a:pPr marL="800100" marR="0" lvl="1" indent="-342900">
              <a:lnSpc>
                <a:spcPct val="115000"/>
              </a:lnSpc>
              <a:spcAft>
                <a:spcPts val="800"/>
              </a:spcAft>
              <a:buSzPts val="1000"/>
              <a:buFont typeface="Arial" panose="020B0604020202020204" pitchFamily="34" charset="0"/>
              <a:buChar char="•"/>
              <a:tabLst>
                <a:tab pos="9144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CLI</a:t>
            </a:r>
          </a:p>
          <a:p>
            <a:pPr marL="800100" marR="0" lvl="1" indent="-342900">
              <a:lnSpc>
                <a:spcPct val="115000"/>
              </a:lnSpc>
              <a:spcAft>
                <a:spcPts val="800"/>
              </a:spcAft>
              <a:buSzPts val="1000"/>
              <a:buFont typeface="Arial" panose="020B0604020202020204" pitchFamily="34" charset="0"/>
              <a:buChar char="•"/>
              <a:tabLst>
                <a:tab pos="9144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Web GUI</a:t>
            </a:r>
          </a:p>
          <a:p>
            <a:pPr marL="800100" marR="0" lvl="1" indent="-342900">
              <a:lnSpc>
                <a:spcPct val="115000"/>
              </a:lnSpc>
              <a:spcAft>
                <a:spcPts val="800"/>
              </a:spcAft>
              <a:buSzPts val="1000"/>
              <a:buFont typeface="Arial" panose="020B0604020202020204" pitchFamily="34" charset="0"/>
              <a:buChar char="•"/>
              <a:tabLst>
                <a:tab pos="9144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API</a:t>
            </a:r>
          </a:p>
          <a:p>
            <a:pPr marL="342900" marR="0" lvl="0" indent="-342900">
              <a:lnSpc>
                <a:spcPct val="115000"/>
              </a:lnSpc>
              <a:spcAft>
                <a:spcPts val="800"/>
              </a:spcAft>
              <a:buSzPts val="1000"/>
              <a:buFont typeface="Arial" panose="020B0604020202020204" pitchFamily="34" charset="0"/>
              <a:buChar char="•"/>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Through the Firewall (Users):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800100" marR="0" lvl="1" indent="-342900">
              <a:lnSpc>
                <a:spcPct val="115000"/>
              </a:lnSpc>
              <a:spcAft>
                <a:spcPts val="800"/>
              </a:spcAft>
              <a:buSzPts val="1000"/>
              <a:buFont typeface="Arial" panose="020B0604020202020204" pitchFamily="34" charset="0"/>
              <a:buChar char="•"/>
              <a:tabLst>
                <a:tab pos="9144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Access to webmail, Office 365, SharePoint, etc.</a:t>
            </a:r>
          </a:p>
          <a:p>
            <a:pPr marR="0">
              <a:lnSpc>
                <a:spcPct val="115000"/>
              </a:lnSpc>
              <a:spcAft>
                <a:spcPts val="800"/>
              </a:spcAft>
            </a:pPr>
            <a:r>
              <a:rPr lang="en-US" sz="2000" i="1" kern="100" dirty="0">
                <a:effectLst/>
                <a:latin typeface="Aptos" panose="020B0004020202020204" pitchFamily="34" charset="0"/>
                <a:ea typeface="Aptos" panose="020B0004020202020204" pitchFamily="34" charset="0"/>
                <a:cs typeface="Times New Roman" panose="02020603050405020304" pitchFamily="18" charset="0"/>
              </a:rPr>
              <a:t>Think of it as: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spcAft>
                <a:spcPts val="800"/>
              </a:spcAft>
              <a:buSzPts val="1000"/>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“To” = accessing the firewall itself</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spcAft>
                <a:spcPts val="800"/>
              </a:spcAft>
              <a:buSzPts val="1000"/>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“Through” = traffic passing through the firewall</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38869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5D48F-841A-3649-DB9E-86140C3CDB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AFC13AD-B760-BAC5-4D0B-67DA691D6FD2}"/>
              </a:ext>
            </a:extLst>
          </p:cNvPr>
          <p:cNvSpPr>
            <a:spLocks noGrp="1"/>
          </p:cNvSpPr>
          <p:nvPr>
            <p:ph type="title"/>
          </p:nvPr>
        </p:nvSpPr>
        <p:spPr>
          <a:xfrm>
            <a:off x="838200" y="365126"/>
            <a:ext cx="10515600" cy="684446"/>
          </a:xfrm>
        </p:spPr>
        <p:txBody>
          <a:bodyPr>
            <a:normAutofit/>
          </a:bodyPr>
          <a:lstStyle/>
          <a:p>
            <a:r>
              <a:rPr lang="en-US" sz="4000" b="1" kern="100" dirty="0">
                <a:latin typeface="Aptos" panose="020B0004020202020204" pitchFamily="34" charset="0"/>
                <a:ea typeface="Aptos" panose="020B0004020202020204" pitchFamily="34" charset="0"/>
                <a:cs typeface="Times New Roman" panose="02020603050405020304" pitchFamily="18" charset="0"/>
              </a:rPr>
              <a:t>Administrator Accounts and Roles</a:t>
            </a:r>
            <a:endParaRPr lang="en-US" sz="4000" dirty="0"/>
          </a:p>
        </p:txBody>
      </p:sp>
      <p:sp>
        <p:nvSpPr>
          <p:cNvPr id="4" name="TextBox 3">
            <a:extLst>
              <a:ext uri="{FF2B5EF4-FFF2-40B4-BE49-F238E27FC236}">
                <a16:creationId xmlns:a16="http://schemas.microsoft.com/office/drawing/2014/main" id="{54CE5304-A875-FD89-C196-FDB39E438336}"/>
              </a:ext>
            </a:extLst>
          </p:cNvPr>
          <p:cNvSpPr txBox="1"/>
          <p:nvPr/>
        </p:nvSpPr>
        <p:spPr>
          <a:xfrm>
            <a:off x="1234440" y="1349858"/>
            <a:ext cx="10382415" cy="5040547"/>
          </a:xfrm>
          <a:prstGeom prst="rect">
            <a:avLst/>
          </a:prstGeom>
          <a:noFill/>
        </p:spPr>
        <p:txBody>
          <a:bodyPr wrap="square">
            <a:spAutoFit/>
          </a:bodyPr>
          <a:lstStyle/>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Recap:</a:t>
            </a:r>
          </a:p>
          <a:p>
            <a:pPr marL="800100" lvl="1" indent="-342900">
              <a:lnSpc>
                <a:spcPct val="115000"/>
              </a:lnSpc>
              <a:spcAft>
                <a:spcPts val="800"/>
              </a:spcAft>
              <a:buSzPts val="1000"/>
              <a:buFont typeface="Symbol" panose="05050102010706020507" pitchFamily="18" charset="2"/>
              <a:buChar char=""/>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Local Accounts:</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Credentials stored on the firewall.</a:t>
            </a:r>
          </a:p>
          <a:p>
            <a:pPr lvl="2">
              <a:lnSpc>
                <a:spcPct val="115000"/>
              </a:lnSpc>
              <a:spcAft>
                <a:spcPts val="800"/>
              </a:spcAft>
              <a:buSzPts val="1000"/>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Remote Accounts:</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Credentials stored in external systems (LDAP, RADIUS, TACACS+, SAML, Kerberos).</a:t>
            </a: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Roles: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Dynamic Admin Roles</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 Predefined sets of permissions that update with new PAN-OS versions.</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Custom Role-Based Roles</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 Admin-defined roles with granular permissions.</a:t>
            </a:r>
          </a:p>
        </p:txBody>
      </p:sp>
    </p:spTree>
    <p:extLst>
      <p:ext uri="{BB962C8B-B14F-4D97-AF65-F5344CB8AC3E}">
        <p14:creationId xmlns:p14="http://schemas.microsoft.com/office/powerpoint/2010/main" val="1024089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733E4-45F2-7117-CBB2-A4615D465E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0CEF86-7C39-E8E0-D29C-EA442426B4AB}"/>
              </a:ext>
            </a:extLst>
          </p:cNvPr>
          <p:cNvSpPr>
            <a:spLocks noGrp="1"/>
          </p:cNvSpPr>
          <p:nvPr>
            <p:ph type="title"/>
          </p:nvPr>
        </p:nvSpPr>
        <p:spPr>
          <a:xfrm>
            <a:off x="838200" y="365125"/>
            <a:ext cx="10515600" cy="660593"/>
          </a:xfrm>
        </p:spPr>
        <p:txBody>
          <a:bodyPr>
            <a:normAutofit/>
          </a:bodyPr>
          <a:lstStyle/>
          <a:p>
            <a:r>
              <a:rPr lang="en-US" sz="4000" b="1" dirty="0">
                <a:latin typeface="Aptos" panose="020B0004020202020204" pitchFamily="34" charset="0"/>
              </a:rPr>
              <a:t>Dynamic Admin Roles</a:t>
            </a:r>
          </a:p>
        </p:txBody>
      </p:sp>
      <p:pic>
        <p:nvPicPr>
          <p:cNvPr id="4" name="Picture 3">
            <a:extLst>
              <a:ext uri="{FF2B5EF4-FFF2-40B4-BE49-F238E27FC236}">
                <a16:creationId xmlns:a16="http://schemas.microsoft.com/office/drawing/2014/main" id="{BCD68B9C-6C35-E339-AC05-DE84F92FF767}"/>
              </a:ext>
            </a:extLst>
          </p:cNvPr>
          <p:cNvPicPr>
            <a:picLocks noChangeAspect="1"/>
          </p:cNvPicPr>
          <p:nvPr/>
        </p:nvPicPr>
        <p:blipFill>
          <a:blip r:embed="rId3"/>
          <a:stretch>
            <a:fillRect/>
          </a:stretch>
        </p:blipFill>
        <p:spPr>
          <a:xfrm>
            <a:off x="1708073" y="1167050"/>
            <a:ext cx="8775853" cy="4685413"/>
          </a:xfrm>
          <a:prstGeom prst="rect">
            <a:avLst/>
          </a:prstGeom>
        </p:spPr>
      </p:pic>
    </p:spTree>
    <p:extLst>
      <p:ext uri="{BB962C8B-B14F-4D97-AF65-F5344CB8AC3E}">
        <p14:creationId xmlns:p14="http://schemas.microsoft.com/office/powerpoint/2010/main" val="886496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E5502-45E8-88E4-155C-3033329B50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63C6C0-04C2-0485-439C-F447FBDBA461}"/>
              </a:ext>
            </a:extLst>
          </p:cNvPr>
          <p:cNvSpPr>
            <a:spLocks noGrp="1"/>
          </p:cNvSpPr>
          <p:nvPr>
            <p:ph type="title"/>
          </p:nvPr>
        </p:nvSpPr>
        <p:spPr>
          <a:xfrm>
            <a:off x="838200" y="365126"/>
            <a:ext cx="10515600" cy="692398"/>
          </a:xfrm>
        </p:spPr>
        <p:txBody>
          <a:bodyPr>
            <a:normAutofit/>
          </a:bodyPr>
          <a:lstStyle/>
          <a:p>
            <a:r>
              <a:rPr lang="en-US" sz="4000" b="1" dirty="0">
                <a:latin typeface="Aptos" panose="020B0004020202020204" pitchFamily="34" charset="0"/>
              </a:rPr>
              <a:t>Create Custom Role-Based Admin Roles</a:t>
            </a:r>
          </a:p>
        </p:txBody>
      </p:sp>
      <p:pic>
        <p:nvPicPr>
          <p:cNvPr id="4" name="Picture 3">
            <a:extLst>
              <a:ext uri="{FF2B5EF4-FFF2-40B4-BE49-F238E27FC236}">
                <a16:creationId xmlns:a16="http://schemas.microsoft.com/office/drawing/2014/main" id="{86597F7B-461E-C891-4475-797CC650B764}"/>
              </a:ext>
            </a:extLst>
          </p:cNvPr>
          <p:cNvPicPr>
            <a:picLocks noChangeAspect="1"/>
          </p:cNvPicPr>
          <p:nvPr/>
        </p:nvPicPr>
        <p:blipFill>
          <a:blip r:embed="rId3"/>
          <a:stretch>
            <a:fillRect/>
          </a:stretch>
        </p:blipFill>
        <p:spPr>
          <a:xfrm>
            <a:off x="1211425" y="1254829"/>
            <a:ext cx="10047621" cy="4473994"/>
          </a:xfrm>
          <a:prstGeom prst="rect">
            <a:avLst/>
          </a:prstGeom>
        </p:spPr>
      </p:pic>
    </p:spTree>
    <p:extLst>
      <p:ext uri="{BB962C8B-B14F-4D97-AF65-F5344CB8AC3E}">
        <p14:creationId xmlns:p14="http://schemas.microsoft.com/office/powerpoint/2010/main" val="2607314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95501-AD94-A82A-0137-348DB4789C6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9FF2894-12CE-25B7-660B-7438D4077CF3}"/>
              </a:ext>
            </a:extLst>
          </p:cNvPr>
          <p:cNvPicPr>
            <a:picLocks noChangeAspect="1"/>
          </p:cNvPicPr>
          <p:nvPr/>
        </p:nvPicPr>
        <p:blipFill>
          <a:blip r:embed="rId3"/>
          <a:stretch>
            <a:fillRect/>
          </a:stretch>
        </p:blipFill>
        <p:spPr>
          <a:xfrm>
            <a:off x="944028" y="333864"/>
            <a:ext cx="9420156" cy="675952"/>
          </a:xfrm>
          <a:prstGeom prst="rect">
            <a:avLst/>
          </a:prstGeom>
        </p:spPr>
      </p:pic>
      <p:pic>
        <p:nvPicPr>
          <p:cNvPr id="6" name="Picture 5">
            <a:extLst>
              <a:ext uri="{FF2B5EF4-FFF2-40B4-BE49-F238E27FC236}">
                <a16:creationId xmlns:a16="http://schemas.microsoft.com/office/drawing/2014/main" id="{2FB90501-ECDA-128B-79B7-BD1EA42E79CC}"/>
              </a:ext>
            </a:extLst>
          </p:cNvPr>
          <p:cNvPicPr>
            <a:picLocks noChangeAspect="1"/>
          </p:cNvPicPr>
          <p:nvPr/>
        </p:nvPicPr>
        <p:blipFill>
          <a:blip r:embed="rId4"/>
          <a:stretch>
            <a:fillRect/>
          </a:stretch>
        </p:blipFill>
        <p:spPr>
          <a:xfrm>
            <a:off x="1813102" y="1242313"/>
            <a:ext cx="8565795" cy="4593944"/>
          </a:xfrm>
          <a:prstGeom prst="rect">
            <a:avLst/>
          </a:prstGeom>
        </p:spPr>
      </p:pic>
    </p:spTree>
    <p:extLst>
      <p:ext uri="{BB962C8B-B14F-4D97-AF65-F5344CB8AC3E}">
        <p14:creationId xmlns:p14="http://schemas.microsoft.com/office/powerpoint/2010/main" val="354138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D35EF-6D67-9645-0250-9F79E72249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1CC30CD-23D8-359B-C130-CA92174074A0}"/>
              </a:ext>
            </a:extLst>
          </p:cNvPr>
          <p:cNvSpPr>
            <a:spLocks noGrp="1"/>
          </p:cNvSpPr>
          <p:nvPr>
            <p:ph type="title"/>
          </p:nvPr>
        </p:nvSpPr>
        <p:spPr>
          <a:xfrm>
            <a:off x="838200" y="365126"/>
            <a:ext cx="10515600" cy="700350"/>
          </a:xfrm>
        </p:spPr>
        <p:txBody>
          <a:bodyPr>
            <a:normAutofit/>
          </a:bodyPr>
          <a:lstStyle/>
          <a:p>
            <a:r>
              <a:rPr lang="en-US" sz="4000" b="1" dirty="0">
                <a:latin typeface="Aptos" panose="020B0004020202020204" pitchFamily="34" charset="0"/>
              </a:rPr>
              <a:t>Create a User in the User Database</a:t>
            </a:r>
          </a:p>
        </p:txBody>
      </p:sp>
      <p:pic>
        <p:nvPicPr>
          <p:cNvPr id="4" name="Picture 3">
            <a:extLst>
              <a:ext uri="{FF2B5EF4-FFF2-40B4-BE49-F238E27FC236}">
                <a16:creationId xmlns:a16="http://schemas.microsoft.com/office/drawing/2014/main" id="{07BA43F7-C85C-997C-7A3C-3EA340D068DC}"/>
              </a:ext>
            </a:extLst>
          </p:cNvPr>
          <p:cNvPicPr>
            <a:picLocks noChangeAspect="1"/>
          </p:cNvPicPr>
          <p:nvPr/>
        </p:nvPicPr>
        <p:blipFill>
          <a:blip r:embed="rId3"/>
          <a:stretch>
            <a:fillRect/>
          </a:stretch>
        </p:blipFill>
        <p:spPr>
          <a:xfrm>
            <a:off x="1683156" y="1240737"/>
            <a:ext cx="8825687" cy="4627523"/>
          </a:xfrm>
          <a:prstGeom prst="rect">
            <a:avLst/>
          </a:prstGeom>
        </p:spPr>
      </p:pic>
    </p:spTree>
    <p:extLst>
      <p:ext uri="{BB962C8B-B14F-4D97-AF65-F5344CB8AC3E}">
        <p14:creationId xmlns:p14="http://schemas.microsoft.com/office/powerpoint/2010/main" val="1754711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CB05F-3907-D279-19DF-4845E8FD30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ADB7ED-98FA-FC6B-7EEE-D7C3EF914B33}"/>
              </a:ext>
            </a:extLst>
          </p:cNvPr>
          <p:cNvSpPr>
            <a:spLocks noGrp="1"/>
          </p:cNvSpPr>
          <p:nvPr>
            <p:ph type="title"/>
          </p:nvPr>
        </p:nvSpPr>
        <p:spPr>
          <a:xfrm>
            <a:off x="838199" y="365126"/>
            <a:ext cx="11080805" cy="875278"/>
          </a:xfrm>
        </p:spPr>
        <p:txBody>
          <a:bodyPr>
            <a:noAutofit/>
          </a:bodyPr>
          <a:lstStyle/>
          <a:p>
            <a:r>
              <a:rPr lang="en-US" sz="4000" b="1" dirty="0">
                <a:latin typeface="Aptos" panose="020B0004020202020204" pitchFamily="34" charset="0"/>
              </a:rPr>
              <a:t>Create a Local Database Authentication Profile</a:t>
            </a:r>
          </a:p>
        </p:txBody>
      </p:sp>
      <p:pic>
        <p:nvPicPr>
          <p:cNvPr id="4" name="Picture 3">
            <a:extLst>
              <a:ext uri="{FF2B5EF4-FFF2-40B4-BE49-F238E27FC236}">
                <a16:creationId xmlns:a16="http://schemas.microsoft.com/office/drawing/2014/main" id="{A53DE25D-7BF7-75B1-6DE3-AD4C3DCF6868}"/>
              </a:ext>
            </a:extLst>
          </p:cNvPr>
          <p:cNvPicPr>
            <a:picLocks noChangeAspect="1"/>
          </p:cNvPicPr>
          <p:nvPr/>
        </p:nvPicPr>
        <p:blipFill>
          <a:blip r:embed="rId3"/>
          <a:stretch>
            <a:fillRect/>
          </a:stretch>
        </p:blipFill>
        <p:spPr>
          <a:xfrm>
            <a:off x="1547079" y="1331193"/>
            <a:ext cx="9097841" cy="4522318"/>
          </a:xfrm>
          <a:prstGeom prst="rect">
            <a:avLst/>
          </a:prstGeom>
        </p:spPr>
      </p:pic>
    </p:spTree>
    <p:extLst>
      <p:ext uri="{BB962C8B-B14F-4D97-AF65-F5344CB8AC3E}">
        <p14:creationId xmlns:p14="http://schemas.microsoft.com/office/powerpoint/2010/main" val="60677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CB607-B887-7643-9E84-A9B4A548CD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79FAE1-AC70-F42C-CFE3-4B2F4F46FCA9}"/>
              </a:ext>
            </a:extLst>
          </p:cNvPr>
          <p:cNvSpPr>
            <a:spLocks noGrp="1"/>
          </p:cNvSpPr>
          <p:nvPr>
            <p:ph type="title"/>
          </p:nvPr>
        </p:nvSpPr>
        <p:spPr>
          <a:xfrm>
            <a:off x="838200" y="365125"/>
            <a:ext cx="10515600" cy="684447"/>
          </a:xfrm>
        </p:spPr>
        <p:txBody>
          <a:bodyPr>
            <a:normAutofit/>
          </a:bodyPr>
          <a:lstStyle/>
          <a:p>
            <a:r>
              <a:rPr lang="en-US" sz="4000" b="1" dirty="0">
                <a:latin typeface="Aptos" panose="020B0004020202020204" pitchFamily="34" charset="0"/>
              </a:rPr>
              <a:t>Authentication Profile: Advanced Tab</a:t>
            </a:r>
          </a:p>
        </p:txBody>
      </p:sp>
      <p:pic>
        <p:nvPicPr>
          <p:cNvPr id="4" name="Picture 3">
            <a:extLst>
              <a:ext uri="{FF2B5EF4-FFF2-40B4-BE49-F238E27FC236}">
                <a16:creationId xmlns:a16="http://schemas.microsoft.com/office/drawing/2014/main" id="{346E9C8A-A28F-E50D-3F27-7D840DC8755E}"/>
              </a:ext>
            </a:extLst>
          </p:cNvPr>
          <p:cNvPicPr>
            <a:picLocks noChangeAspect="1"/>
          </p:cNvPicPr>
          <p:nvPr/>
        </p:nvPicPr>
        <p:blipFill>
          <a:blip r:embed="rId3"/>
          <a:stretch>
            <a:fillRect/>
          </a:stretch>
        </p:blipFill>
        <p:spPr>
          <a:xfrm>
            <a:off x="2557863" y="1228818"/>
            <a:ext cx="7076274" cy="4671194"/>
          </a:xfrm>
          <a:prstGeom prst="rect">
            <a:avLst/>
          </a:prstGeom>
        </p:spPr>
      </p:pic>
    </p:spTree>
    <p:extLst>
      <p:ext uri="{BB962C8B-B14F-4D97-AF65-F5344CB8AC3E}">
        <p14:creationId xmlns:p14="http://schemas.microsoft.com/office/powerpoint/2010/main" val="255500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2D5BB-69D0-18F6-9933-39A15F4EAB1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C0D3EE-8F8C-924C-F46C-E32F7D157272}"/>
              </a:ext>
            </a:extLst>
          </p:cNvPr>
          <p:cNvSpPr>
            <a:spLocks noGrp="1"/>
          </p:cNvSpPr>
          <p:nvPr>
            <p:ph type="title"/>
          </p:nvPr>
        </p:nvSpPr>
        <p:spPr>
          <a:xfrm>
            <a:off x="731521" y="365126"/>
            <a:ext cx="11394218" cy="700350"/>
          </a:xfrm>
        </p:spPr>
        <p:txBody>
          <a:bodyPr>
            <a:normAutofit/>
          </a:bodyPr>
          <a:lstStyle/>
          <a:p>
            <a:r>
              <a:rPr lang="en-US" sz="3200" b="1" dirty="0">
                <a:latin typeface="Aptos" panose="020B0004020202020204" pitchFamily="34" charset="0"/>
              </a:rPr>
              <a:t>Create an Administrator Account from a Local Database User</a:t>
            </a:r>
          </a:p>
        </p:txBody>
      </p:sp>
      <p:pic>
        <p:nvPicPr>
          <p:cNvPr id="4" name="Picture 3">
            <a:extLst>
              <a:ext uri="{FF2B5EF4-FFF2-40B4-BE49-F238E27FC236}">
                <a16:creationId xmlns:a16="http://schemas.microsoft.com/office/drawing/2014/main" id="{F824AFFB-A027-9C7A-A8C1-D5C55F901E8D}"/>
              </a:ext>
            </a:extLst>
          </p:cNvPr>
          <p:cNvPicPr>
            <a:picLocks noChangeAspect="1"/>
          </p:cNvPicPr>
          <p:nvPr/>
        </p:nvPicPr>
        <p:blipFill>
          <a:blip r:embed="rId3"/>
          <a:stretch>
            <a:fillRect/>
          </a:stretch>
        </p:blipFill>
        <p:spPr>
          <a:xfrm>
            <a:off x="1655238" y="1789740"/>
            <a:ext cx="8881523" cy="2957188"/>
          </a:xfrm>
          <a:prstGeom prst="rect">
            <a:avLst/>
          </a:prstGeom>
        </p:spPr>
      </p:pic>
    </p:spTree>
    <p:extLst>
      <p:ext uri="{BB962C8B-B14F-4D97-AF65-F5344CB8AC3E}">
        <p14:creationId xmlns:p14="http://schemas.microsoft.com/office/powerpoint/2010/main" val="72334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79FA8-5A67-9CB5-35FA-E01091B147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5A786DA-69AE-EF0A-CD9B-9D02F01191F3}"/>
              </a:ext>
            </a:extLst>
          </p:cNvPr>
          <p:cNvPicPr>
            <a:picLocks noChangeAspect="1"/>
          </p:cNvPicPr>
          <p:nvPr/>
        </p:nvPicPr>
        <p:blipFill>
          <a:blip r:embed="rId3"/>
          <a:stretch>
            <a:fillRect/>
          </a:stretch>
        </p:blipFill>
        <p:spPr>
          <a:xfrm>
            <a:off x="967318" y="385381"/>
            <a:ext cx="10257364" cy="648289"/>
          </a:xfrm>
          <a:prstGeom prst="rect">
            <a:avLst/>
          </a:prstGeom>
        </p:spPr>
      </p:pic>
      <p:pic>
        <p:nvPicPr>
          <p:cNvPr id="6" name="Picture 5">
            <a:extLst>
              <a:ext uri="{FF2B5EF4-FFF2-40B4-BE49-F238E27FC236}">
                <a16:creationId xmlns:a16="http://schemas.microsoft.com/office/drawing/2014/main" id="{ECFC3D48-8DB2-4119-01B1-D721E9FF82BA}"/>
              </a:ext>
            </a:extLst>
          </p:cNvPr>
          <p:cNvPicPr>
            <a:picLocks noChangeAspect="1"/>
          </p:cNvPicPr>
          <p:nvPr/>
        </p:nvPicPr>
        <p:blipFill>
          <a:blip r:embed="rId4"/>
          <a:stretch>
            <a:fillRect/>
          </a:stretch>
        </p:blipFill>
        <p:spPr>
          <a:xfrm>
            <a:off x="1945040" y="1622164"/>
            <a:ext cx="8301920" cy="3824479"/>
          </a:xfrm>
          <a:prstGeom prst="rect">
            <a:avLst/>
          </a:prstGeom>
        </p:spPr>
      </p:pic>
    </p:spTree>
    <p:extLst>
      <p:ext uri="{BB962C8B-B14F-4D97-AF65-F5344CB8AC3E}">
        <p14:creationId xmlns:p14="http://schemas.microsoft.com/office/powerpoint/2010/main" val="4005603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94F37-20ED-F110-D2BC-E491E8A99A6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989A36-EF1D-3702-5196-B63D06619AFB}"/>
              </a:ext>
            </a:extLst>
          </p:cNvPr>
          <p:cNvSpPr>
            <a:spLocks noGrp="1"/>
          </p:cNvSpPr>
          <p:nvPr>
            <p:ph type="title"/>
          </p:nvPr>
        </p:nvSpPr>
        <p:spPr>
          <a:xfrm>
            <a:off x="838200" y="365125"/>
            <a:ext cx="11231880" cy="756009"/>
          </a:xfrm>
        </p:spPr>
        <p:txBody>
          <a:bodyPr>
            <a:normAutofit/>
          </a:bodyPr>
          <a:lstStyle/>
          <a:p>
            <a:r>
              <a:rPr lang="en-US" sz="4000" b="1" dirty="0">
                <a:latin typeface="Aptos" panose="020B0004020202020204" pitchFamily="34" charset="0"/>
              </a:rPr>
              <a:t>Firewall Authentication of Non-Local Passwords</a:t>
            </a:r>
          </a:p>
        </p:txBody>
      </p:sp>
      <p:pic>
        <p:nvPicPr>
          <p:cNvPr id="4" name="Picture 3">
            <a:extLst>
              <a:ext uri="{FF2B5EF4-FFF2-40B4-BE49-F238E27FC236}">
                <a16:creationId xmlns:a16="http://schemas.microsoft.com/office/drawing/2014/main" id="{0069E14C-81DE-6E08-CCC2-62F2E032D6DD}"/>
              </a:ext>
            </a:extLst>
          </p:cNvPr>
          <p:cNvPicPr>
            <a:picLocks noChangeAspect="1"/>
          </p:cNvPicPr>
          <p:nvPr/>
        </p:nvPicPr>
        <p:blipFill>
          <a:blip r:embed="rId3"/>
          <a:stretch>
            <a:fillRect/>
          </a:stretch>
        </p:blipFill>
        <p:spPr>
          <a:xfrm>
            <a:off x="1587619" y="1348208"/>
            <a:ext cx="9016762" cy="4161584"/>
          </a:xfrm>
          <a:prstGeom prst="rect">
            <a:avLst/>
          </a:prstGeom>
        </p:spPr>
      </p:pic>
    </p:spTree>
    <p:extLst>
      <p:ext uri="{BB962C8B-B14F-4D97-AF65-F5344CB8AC3E}">
        <p14:creationId xmlns:p14="http://schemas.microsoft.com/office/powerpoint/2010/main" val="4242156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8E0E3-4767-25EB-25FD-889BF500D2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1B0B919-961A-66D5-669C-F1B531BB8B6B}"/>
              </a:ext>
            </a:extLst>
          </p:cNvPr>
          <p:cNvSpPr>
            <a:spLocks noGrp="1"/>
          </p:cNvSpPr>
          <p:nvPr>
            <p:ph type="title"/>
          </p:nvPr>
        </p:nvSpPr>
        <p:spPr>
          <a:xfrm>
            <a:off x="838200" y="365125"/>
            <a:ext cx="10515600" cy="668545"/>
          </a:xfrm>
        </p:spPr>
        <p:txBody>
          <a:bodyPr>
            <a:normAutofit/>
          </a:bodyPr>
          <a:lstStyle/>
          <a:p>
            <a:r>
              <a:rPr lang="en-US" sz="4000" b="1" dirty="0">
                <a:latin typeface="Aptos" panose="020B0004020202020204" pitchFamily="34" charset="0"/>
              </a:rPr>
              <a:t>Configure Server Profiles</a:t>
            </a:r>
          </a:p>
        </p:txBody>
      </p:sp>
      <p:pic>
        <p:nvPicPr>
          <p:cNvPr id="4" name="Picture 3">
            <a:extLst>
              <a:ext uri="{FF2B5EF4-FFF2-40B4-BE49-F238E27FC236}">
                <a16:creationId xmlns:a16="http://schemas.microsoft.com/office/drawing/2014/main" id="{F4D9FBDE-02A0-42E3-B445-67F4A13191EE}"/>
              </a:ext>
            </a:extLst>
          </p:cNvPr>
          <p:cNvPicPr>
            <a:picLocks noChangeAspect="1"/>
          </p:cNvPicPr>
          <p:nvPr/>
        </p:nvPicPr>
        <p:blipFill>
          <a:blip r:embed="rId3"/>
          <a:stretch>
            <a:fillRect/>
          </a:stretch>
        </p:blipFill>
        <p:spPr>
          <a:xfrm>
            <a:off x="1374032" y="1332758"/>
            <a:ext cx="9443936" cy="4527354"/>
          </a:xfrm>
          <a:prstGeom prst="rect">
            <a:avLst/>
          </a:prstGeom>
        </p:spPr>
      </p:pic>
    </p:spTree>
    <p:extLst>
      <p:ext uri="{BB962C8B-B14F-4D97-AF65-F5344CB8AC3E}">
        <p14:creationId xmlns:p14="http://schemas.microsoft.com/office/powerpoint/2010/main" val="3393028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117F9-8855-5024-8CE0-5C03E18827F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356646D-CF7E-1F8F-022F-22FAA47C0DFB}"/>
              </a:ext>
            </a:extLst>
          </p:cNvPr>
          <p:cNvSpPr>
            <a:spLocks noGrp="1"/>
          </p:cNvSpPr>
          <p:nvPr>
            <p:ph type="title"/>
          </p:nvPr>
        </p:nvSpPr>
        <p:spPr>
          <a:xfrm>
            <a:off x="838200" y="365126"/>
            <a:ext cx="10515600" cy="676496"/>
          </a:xfrm>
        </p:spPr>
        <p:txBody>
          <a:bodyPr>
            <a:normAutofit/>
          </a:bodyPr>
          <a:lstStyle/>
          <a:p>
            <a:r>
              <a:rPr lang="en-US" sz="4000" b="1" dirty="0">
                <a:latin typeface="Aptos" panose="020B0004020202020204" pitchFamily="34" charset="0"/>
              </a:rPr>
              <a:t>Configure Authentication Profiles</a:t>
            </a:r>
          </a:p>
        </p:txBody>
      </p:sp>
      <p:pic>
        <p:nvPicPr>
          <p:cNvPr id="4" name="Picture 3">
            <a:extLst>
              <a:ext uri="{FF2B5EF4-FFF2-40B4-BE49-F238E27FC236}">
                <a16:creationId xmlns:a16="http://schemas.microsoft.com/office/drawing/2014/main" id="{502605C9-D157-C511-9B72-3C4E036A6E93}"/>
              </a:ext>
            </a:extLst>
          </p:cNvPr>
          <p:cNvPicPr>
            <a:picLocks noChangeAspect="1"/>
          </p:cNvPicPr>
          <p:nvPr/>
        </p:nvPicPr>
        <p:blipFill>
          <a:blip r:embed="rId3"/>
          <a:stretch>
            <a:fillRect/>
          </a:stretch>
        </p:blipFill>
        <p:spPr>
          <a:xfrm>
            <a:off x="897315" y="1300884"/>
            <a:ext cx="10397369" cy="4439957"/>
          </a:xfrm>
          <a:prstGeom prst="rect">
            <a:avLst/>
          </a:prstGeom>
        </p:spPr>
      </p:pic>
    </p:spTree>
    <p:extLst>
      <p:ext uri="{BB962C8B-B14F-4D97-AF65-F5344CB8AC3E}">
        <p14:creationId xmlns:p14="http://schemas.microsoft.com/office/powerpoint/2010/main" val="2464890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6033B-01D1-40C8-E184-CF0E1977A8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CCACEFD-3668-4B09-81DE-7D862E3694A1}"/>
              </a:ext>
            </a:extLst>
          </p:cNvPr>
          <p:cNvSpPr>
            <a:spLocks noGrp="1"/>
          </p:cNvSpPr>
          <p:nvPr>
            <p:ph type="title"/>
          </p:nvPr>
        </p:nvSpPr>
        <p:spPr>
          <a:xfrm>
            <a:off x="838200" y="365125"/>
            <a:ext cx="10515600" cy="612885"/>
          </a:xfrm>
        </p:spPr>
        <p:txBody>
          <a:bodyPr>
            <a:normAutofit fontScale="90000"/>
          </a:bodyPr>
          <a:lstStyle/>
          <a:p>
            <a:r>
              <a:rPr lang="en-US" sz="4000" b="1" dirty="0">
                <a:latin typeface="Aptos" panose="020B0004020202020204" pitchFamily="34" charset="0"/>
              </a:rPr>
              <a:t>Configure an </a:t>
            </a:r>
            <a:r>
              <a:rPr lang="en-US" b="1" dirty="0">
                <a:latin typeface="Aptos" panose="020B0004020202020204" pitchFamily="34" charset="0"/>
              </a:rPr>
              <a:t>Authentication</a:t>
            </a:r>
            <a:r>
              <a:rPr lang="en-US" sz="4000" b="1" dirty="0">
                <a:latin typeface="Aptos" panose="020B0004020202020204" pitchFamily="34" charset="0"/>
              </a:rPr>
              <a:t> Sequence</a:t>
            </a:r>
          </a:p>
        </p:txBody>
      </p:sp>
      <p:pic>
        <p:nvPicPr>
          <p:cNvPr id="4" name="Picture 3">
            <a:extLst>
              <a:ext uri="{FF2B5EF4-FFF2-40B4-BE49-F238E27FC236}">
                <a16:creationId xmlns:a16="http://schemas.microsoft.com/office/drawing/2014/main" id="{CCE8FA85-D6BE-E907-C2CF-753D0A70DD58}"/>
              </a:ext>
            </a:extLst>
          </p:cNvPr>
          <p:cNvPicPr>
            <a:picLocks noChangeAspect="1"/>
          </p:cNvPicPr>
          <p:nvPr/>
        </p:nvPicPr>
        <p:blipFill>
          <a:blip r:embed="rId3"/>
          <a:stretch>
            <a:fillRect/>
          </a:stretch>
        </p:blipFill>
        <p:spPr>
          <a:xfrm>
            <a:off x="1216657" y="1247242"/>
            <a:ext cx="9758685" cy="4636723"/>
          </a:xfrm>
          <a:prstGeom prst="rect">
            <a:avLst/>
          </a:prstGeom>
        </p:spPr>
      </p:pic>
    </p:spTree>
    <p:extLst>
      <p:ext uri="{BB962C8B-B14F-4D97-AF65-F5344CB8AC3E}">
        <p14:creationId xmlns:p14="http://schemas.microsoft.com/office/powerpoint/2010/main" val="3553626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3B37A-633F-5492-BCE2-09EFBDBA463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532E4C5-14A4-7346-089B-0FEE4BD66A4B}"/>
              </a:ext>
            </a:extLst>
          </p:cNvPr>
          <p:cNvPicPr>
            <a:picLocks noChangeAspect="1"/>
          </p:cNvPicPr>
          <p:nvPr/>
        </p:nvPicPr>
        <p:blipFill>
          <a:blip r:embed="rId3"/>
          <a:stretch>
            <a:fillRect/>
          </a:stretch>
        </p:blipFill>
        <p:spPr>
          <a:xfrm>
            <a:off x="1072979" y="393412"/>
            <a:ext cx="10298724" cy="1029872"/>
          </a:xfrm>
          <a:prstGeom prst="rect">
            <a:avLst/>
          </a:prstGeom>
        </p:spPr>
      </p:pic>
      <p:sp>
        <p:nvSpPr>
          <p:cNvPr id="6" name="TextBox 5">
            <a:extLst>
              <a:ext uri="{FF2B5EF4-FFF2-40B4-BE49-F238E27FC236}">
                <a16:creationId xmlns:a16="http://schemas.microsoft.com/office/drawing/2014/main" id="{11C7A2EF-682B-9A78-6BBD-88ECE61B0BD6}"/>
              </a:ext>
            </a:extLst>
          </p:cNvPr>
          <p:cNvSpPr txBox="1"/>
          <p:nvPr/>
        </p:nvSpPr>
        <p:spPr>
          <a:xfrm>
            <a:off x="1359673" y="2008822"/>
            <a:ext cx="9462052" cy="3348802"/>
          </a:xfrm>
          <a:prstGeom prst="rect">
            <a:avLst/>
          </a:prstGeom>
          <a:noFill/>
        </p:spPr>
        <p:txBody>
          <a:bodyPr wrap="square">
            <a:spAutoFit/>
          </a:bodyPr>
          <a:lstStyle/>
          <a:p>
            <a:pPr marL="0" marR="0">
              <a:lnSpc>
                <a:spcPct val="115000"/>
              </a:lnSpc>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Administrator Authentication Methods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Password-based (interactive).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Certificate-based (non-interactive, for web GUI only).</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800" i="1" kern="100" dirty="0">
                <a:effectLst/>
                <a:latin typeface="Aptos" panose="020B0004020202020204" pitchFamily="34" charset="0"/>
                <a:ea typeface="Aptos" panose="020B0004020202020204" pitchFamily="34" charset="0"/>
                <a:cs typeface="Times New Roman" panose="02020603050405020304" pitchFamily="18" charset="0"/>
              </a:rPr>
              <a:t>Best Practice:</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Use certificates for automation/non-interactive logins (e.g., scripts, monitoring tools). Always combine with role restrictions.</a:t>
            </a:r>
          </a:p>
        </p:txBody>
      </p:sp>
    </p:spTree>
    <p:extLst>
      <p:ext uri="{BB962C8B-B14F-4D97-AF65-F5344CB8AC3E}">
        <p14:creationId xmlns:p14="http://schemas.microsoft.com/office/powerpoint/2010/main" val="99683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985B8-B8A9-1D80-9097-9E6F88A66D3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32EBDB-20C2-C7A9-532D-CA63A7A007D8}"/>
              </a:ext>
            </a:extLst>
          </p:cNvPr>
          <p:cNvSpPr>
            <a:spLocks noGrp="1"/>
          </p:cNvSpPr>
          <p:nvPr>
            <p:ph type="title"/>
          </p:nvPr>
        </p:nvSpPr>
        <p:spPr>
          <a:xfrm>
            <a:off x="838200" y="365125"/>
            <a:ext cx="10515600" cy="668545"/>
          </a:xfrm>
        </p:spPr>
        <p:txBody>
          <a:bodyPr>
            <a:normAutofit/>
          </a:bodyPr>
          <a:lstStyle/>
          <a:p>
            <a:r>
              <a:rPr lang="en-US" sz="4000" b="1" dirty="0">
                <a:latin typeface="Aptos" panose="020B0004020202020204" pitchFamily="34" charset="0"/>
              </a:rPr>
              <a:t>Administrator Authentication Methods</a:t>
            </a:r>
          </a:p>
        </p:txBody>
      </p:sp>
      <p:pic>
        <p:nvPicPr>
          <p:cNvPr id="4" name="Picture 3">
            <a:extLst>
              <a:ext uri="{FF2B5EF4-FFF2-40B4-BE49-F238E27FC236}">
                <a16:creationId xmlns:a16="http://schemas.microsoft.com/office/drawing/2014/main" id="{2E90A73D-9F13-7ECC-615F-B0D425D8FDFC}"/>
              </a:ext>
            </a:extLst>
          </p:cNvPr>
          <p:cNvPicPr>
            <a:picLocks noChangeAspect="1"/>
          </p:cNvPicPr>
          <p:nvPr/>
        </p:nvPicPr>
        <p:blipFill>
          <a:blip r:embed="rId3"/>
          <a:stretch>
            <a:fillRect/>
          </a:stretch>
        </p:blipFill>
        <p:spPr>
          <a:xfrm>
            <a:off x="1284120" y="1226015"/>
            <a:ext cx="9623760" cy="4562533"/>
          </a:xfrm>
          <a:prstGeom prst="rect">
            <a:avLst/>
          </a:prstGeom>
        </p:spPr>
      </p:pic>
    </p:spTree>
    <p:extLst>
      <p:ext uri="{BB962C8B-B14F-4D97-AF65-F5344CB8AC3E}">
        <p14:creationId xmlns:p14="http://schemas.microsoft.com/office/powerpoint/2010/main" val="2646991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37D22-847E-B8B2-78F5-E888AEFCC7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5601DB-7E0E-E787-753E-054A115229A2}"/>
              </a:ext>
            </a:extLst>
          </p:cNvPr>
          <p:cNvSpPr>
            <a:spLocks noGrp="1"/>
          </p:cNvSpPr>
          <p:nvPr>
            <p:ph type="title"/>
          </p:nvPr>
        </p:nvSpPr>
        <p:spPr>
          <a:xfrm>
            <a:off x="838200" y="365125"/>
            <a:ext cx="10515600" cy="732155"/>
          </a:xfrm>
        </p:spPr>
        <p:txBody>
          <a:bodyPr>
            <a:normAutofit/>
          </a:bodyPr>
          <a:lstStyle/>
          <a:p>
            <a:r>
              <a:rPr lang="en-US" sz="4000" b="1" dirty="0">
                <a:latin typeface="Aptos" panose="020B0004020202020204" pitchFamily="34" charset="0"/>
              </a:rPr>
              <a:t>User Certificate</a:t>
            </a:r>
          </a:p>
        </p:txBody>
      </p:sp>
      <p:pic>
        <p:nvPicPr>
          <p:cNvPr id="4" name="Picture 3">
            <a:extLst>
              <a:ext uri="{FF2B5EF4-FFF2-40B4-BE49-F238E27FC236}">
                <a16:creationId xmlns:a16="http://schemas.microsoft.com/office/drawing/2014/main" id="{80D1407B-839C-5EDE-9F9E-6335F1178835}"/>
              </a:ext>
            </a:extLst>
          </p:cNvPr>
          <p:cNvPicPr>
            <a:picLocks noChangeAspect="1"/>
          </p:cNvPicPr>
          <p:nvPr/>
        </p:nvPicPr>
        <p:blipFill>
          <a:blip r:embed="rId3"/>
          <a:stretch>
            <a:fillRect/>
          </a:stretch>
        </p:blipFill>
        <p:spPr>
          <a:xfrm>
            <a:off x="1992574" y="1429837"/>
            <a:ext cx="8362186" cy="4406420"/>
          </a:xfrm>
          <a:prstGeom prst="rect">
            <a:avLst/>
          </a:prstGeom>
        </p:spPr>
      </p:pic>
    </p:spTree>
    <p:extLst>
      <p:ext uri="{BB962C8B-B14F-4D97-AF65-F5344CB8AC3E}">
        <p14:creationId xmlns:p14="http://schemas.microsoft.com/office/powerpoint/2010/main" val="4185843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D027-CEAA-0BAE-7818-F547B9F6C8F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6E69EE-D8CF-9A83-F6A5-02E619DFE2CC}"/>
              </a:ext>
            </a:extLst>
          </p:cNvPr>
          <p:cNvSpPr>
            <a:spLocks noGrp="1"/>
          </p:cNvSpPr>
          <p:nvPr>
            <p:ph type="title"/>
          </p:nvPr>
        </p:nvSpPr>
        <p:spPr>
          <a:xfrm>
            <a:off x="838200" y="365126"/>
            <a:ext cx="10515600" cy="652642"/>
          </a:xfrm>
        </p:spPr>
        <p:txBody>
          <a:bodyPr>
            <a:normAutofit/>
          </a:bodyPr>
          <a:lstStyle/>
          <a:p>
            <a:r>
              <a:rPr lang="en-US" sz="4000" b="1" dirty="0">
                <a:latin typeface="Aptos" panose="020B0004020202020204" pitchFamily="34" charset="0"/>
              </a:rPr>
              <a:t>Configure a Certificate Profile</a:t>
            </a:r>
          </a:p>
        </p:txBody>
      </p:sp>
      <p:pic>
        <p:nvPicPr>
          <p:cNvPr id="4" name="Picture 3">
            <a:extLst>
              <a:ext uri="{FF2B5EF4-FFF2-40B4-BE49-F238E27FC236}">
                <a16:creationId xmlns:a16="http://schemas.microsoft.com/office/drawing/2014/main" id="{FCB78DFB-8EC9-9D9F-3F57-3E232737CAD1}"/>
              </a:ext>
            </a:extLst>
          </p:cNvPr>
          <p:cNvPicPr>
            <a:picLocks noChangeAspect="1"/>
          </p:cNvPicPr>
          <p:nvPr/>
        </p:nvPicPr>
        <p:blipFill>
          <a:blip r:embed="rId3"/>
          <a:stretch>
            <a:fillRect/>
          </a:stretch>
        </p:blipFill>
        <p:spPr>
          <a:xfrm>
            <a:off x="1636498" y="1431412"/>
            <a:ext cx="9087891" cy="4492310"/>
          </a:xfrm>
          <a:prstGeom prst="rect">
            <a:avLst/>
          </a:prstGeom>
        </p:spPr>
      </p:pic>
    </p:spTree>
    <p:extLst>
      <p:ext uri="{BB962C8B-B14F-4D97-AF65-F5344CB8AC3E}">
        <p14:creationId xmlns:p14="http://schemas.microsoft.com/office/powerpoint/2010/main" val="3140162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C9B18-79FD-34C1-BD61-2A815F6D22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92B842-4A95-2057-9AB5-1DFD5FCA945D}"/>
              </a:ext>
            </a:extLst>
          </p:cNvPr>
          <p:cNvSpPr>
            <a:spLocks noGrp="1"/>
          </p:cNvSpPr>
          <p:nvPr>
            <p:ph type="title"/>
          </p:nvPr>
        </p:nvSpPr>
        <p:spPr>
          <a:xfrm>
            <a:off x="838200" y="365126"/>
            <a:ext cx="10515600" cy="763960"/>
          </a:xfrm>
        </p:spPr>
        <p:txBody>
          <a:bodyPr>
            <a:normAutofit/>
          </a:bodyPr>
          <a:lstStyle/>
          <a:p>
            <a:r>
              <a:rPr lang="en-US" sz="4000" b="1" dirty="0">
                <a:latin typeface="Aptos" panose="020B0004020202020204" pitchFamily="34" charset="0"/>
              </a:rPr>
              <a:t>Configure Firewall Authentication Settings</a:t>
            </a:r>
          </a:p>
        </p:txBody>
      </p:sp>
      <p:pic>
        <p:nvPicPr>
          <p:cNvPr id="4" name="Picture 3">
            <a:extLst>
              <a:ext uri="{FF2B5EF4-FFF2-40B4-BE49-F238E27FC236}">
                <a16:creationId xmlns:a16="http://schemas.microsoft.com/office/drawing/2014/main" id="{735DFA87-85FB-E1D5-ABAA-EC54BF5C46B7}"/>
              </a:ext>
            </a:extLst>
          </p:cNvPr>
          <p:cNvPicPr>
            <a:picLocks noChangeAspect="1"/>
          </p:cNvPicPr>
          <p:nvPr/>
        </p:nvPicPr>
        <p:blipFill>
          <a:blip r:embed="rId3"/>
          <a:stretch>
            <a:fillRect/>
          </a:stretch>
        </p:blipFill>
        <p:spPr>
          <a:xfrm>
            <a:off x="1873460" y="1335996"/>
            <a:ext cx="8445079" cy="4638396"/>
          </a:xfrm>
          <a:prstGeom prst="rect">
            <a:avLst/>
          </a:prstGeom>
        </p:spPr>
      </p:pic>
    </p:spTree>
    <p:extLst>
      <p:ext uri="{BB962C8B-B14F-4D97-AF65-F5344CB8AC3E}">
        <p14:creationId xmlns:p14="http://schemas.microsoft.com/office/powerpoint/2010/main" val="259343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B8372-C064-CCF4-A91F-D6C263F26EC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5DEC716-585D-5178-76CE-2C3B40A1DB1B}"/>
              </a:ext>
            </a:extLst>
          </p:cNvPr>
          <p:cNvPicPr>
            <a:picLocks noChangeAspect="1"/>
          </p:cNvPicPr>
          <p:nvPr/>
        </p:nvPicPr>
        <p:blipFill>
          <a:blip r:embed="rId3"/>
          <a:stretch>
            <a:fillRect/>
          </a:stretch>
        </p:blipFill>
        <p:spPr>
          <a:xfrm>
            <a:off x="1162646" y="463084"/>
            <a:ext cx="9897617" cy="5308217"/>
          </a:xfrm>
          <a:prstGeom prst="rect">
            <a:avLst/>
          </a:prstGeom>
        </p:spPr>
      </p:pic>
    </p:spTree>
    <p:extLst>
      <p:ext uri="{BB962C8B-B14F-4D97-AF65-F5344CB8AC3E}">
        <p14:creationId xmlns:p14="http://schemas.microsoft.com/office/powerpoint/2010/main" val="18599349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24A86-6F78-43C7-8ACF-6FE67A5CFB45}"/>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666BA9DA-E3CB-405A-A5D2-C828B5477EA7}"/>
              </a:ext>
            </a:extLst>
          </p:cNvPr>
          <p:cNvSpPr>
            <a:spLocks noGrp="1"/>
          </p:cNvSpPr>
          <p:nvPr>
            <p:ph idx="1"/>
          </p:nvPr>
        </p:nvSpPr>
        <p:spPr/>
        <p:txBody>
          <a:bodyPr>
            <a:normAutofit/>
          </a:bodyPr>
          <a:lstStyle/>
          <a:p>
            <a:r>
              <a:rPr lang="en-US" dirty="0"/>
              <a:t>What are some use cases as to when you would use:</a:t>
            </a:r>
          </a:p>
          <a:p>
            <a:pPr lvl="1"/>
            <a:r>
              <a:rPr lang="en-US" dirty="0"/>
              <a:t>Local Authentication</a:t>
            </a:r>
          </a:p>
          <a:p>
            <a:pPr lvl="2"/>
            <a:r>
              <a:rPr lang="en-US" dirty="0"/>
              <a:t>XML Config File</a:t>
            </a:r>
          </a:p>
          <a:p>
            <a:pPr lvl="2"/>
            <a:r>
              <a:rPr lang="en-US" dirty="0"/>
              <a:t>Local Database</a:t>
            </a:r>
          </a:p>
          <a:p>
            <a:pPr lvl="1"/>
            <a:r>
              <a:rPr lang="en-US" dirty="0"/>
              <a:t>Remote Authentication</a:t>
            </a:r>
          </a:p>
          <a:p>
            <a:pPr lvl="2"/>
            <a:r>
              <a:rPr lang="en-US" dirty="0"/>
              <a:t>LDAP</a:t>
            </a:r>
          </a:p>
          <a:p>
            <a:pPr lvl="2"/>
            <a:r>
              <a:rPr lang="en-US" dirty="0"/>
              <a:t>RADIUS</a:t>
            </a:r>
          </a:p>
          <a:p>
            <a:pPr lvl="2"/>
            <a:r>
              <a:rPr lang="en-US"/>
              <a:t>Kerberos</a:t>
            </a:r>
            <a:endParaRPr lang="en-US" dirty="0"/>
          </a:p>
          <a:p>
            <a:pPr lvl="2"/>
            <a:r>
              <a:rPr lang="en-US" dirty="0"/>
              <a:t>TACACS +</a:t>
            </a:r>
          </a:p>
          <a:p>
            <a:pPr lvl="1"/>
            <a:r>
              <a:rPr lang="en-US" dirty="0"/>
              <a:t>Non-Interactive Authentication</a:t>
            </a:r>
          </a:p>
          <a:p>
            <a:pPr lvl="2"/>
            <a:r>
              <a:rPr lang="en-US" dirty="0"/>
              <a:t>Certificates</a:t>
            </a:r>
          </a:p>
        </p:txBody>
      </p:sp>
      <p:pic>
        <p:nvPicPr>
          <p:cNvPr id="4" name="Picture 2" descr="STOP! READ THIS ABOUT FRED LOYA INSURANCE!">
            <a:extLst>
              <a:ext uri="{FF2B5EF4-FFF2-40B4-BE49-F238E27FC236}">
                <a16:creationId xmlns:a16="http://schemas.microsoft.com/office/drawing/2014/main" id="{4FBB1937-3BDC-4FDB-83E4-7CE5B59CCD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68050" y="122695"/>
            <a:ext cx="905211" cy="905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922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691E-2378-0617-2E5C-FBDCC75865C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C81CA3B-8427-4FDF-EC1A-270AB0C0E8CE}"/>
              </a:ext>
            </a:extLst>
          </p:cNvPr>
          <p:cNvPicPr>
            <a:picLocks noChangeAspect="1"/>
          </p:cNvPicPr>
          <p:nvPr/>
        </p:nvPicPr>
        <p:blipFill>
          <a:blip r:embed="rId3"/>
          <a:stretch>
            <a:fillRect/>
          </a:stretch>
        </p:blipFill>
        <p:spPr>
          <a:xfrm>
            <a:off x="902900" y="521577"/>
            <a:ext cx="11144012" cy="4447987"/>
          </a:xfrm>
          <a:prstGeom prst="rect">
            <a:avLst/>
          </a:prstGeom>
        </p:spPr>
      </p:pic>
    </p:spTree>
    <p:extLst>
      <p:ext uri="{BB962C8B-B14F-4D97-AF65-F5344CB8AC3E}">
        <p14:creationId xmlns:p14="http://schemas.microsoft.com/office/powerpoint/2010/main" val="27320798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FEF5A-9939-4927-FE46-87678CF4B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891B6-D830-0EAE-2BE3-18928DE49C5D}"/>
              </a:ext>
            </a:extLst>
          </p:cNvPr>
          <p:cNvSpPr>
            <a:spLocks noGrp="1"/>
          </p:cNvSpPr>
          <p:nvPr>
            <p:ph type="title"/>
          </p:nvPr>
        </p:nvSpPr>
        <p:spPr/>
        <p:txBody>
          <a:bodyPr>
            <a:normAutofit/>
          </a:bodyPr>
          <a:lstStyle/>
          <a:p>
            <a:r>
              <a:rPr lang="en-US" sz="4000" b="1" dirty="0">
                <a:latin typeface="Aptos" panose="020B0004020202020204" pitchFamily="34" charset="0"/>
              </a:rPr>
              <a:t>Unit 4 Lab: Overview</a:t>
            </a:r>
          </a:p>
        </p:txBody>
      </p:sp>
      <p:pic>
        <p:nvPicPr>
          <p:cNvPr id="5" name="Picture 4">
            <a:extLst>
              <a:ext uri="{FF2B5EF4-FFF2-40B4-BE49-F238E27FC236}">
                <a16:creationId xmlns:a16="http://schemas.microsoft.com/office/drawing/2014/main" id="{D9B93F9C-019D-CF0D-3162-2FE867295B19}"/>
              </a:ext>
            </a:extLst>
          </p:cNvPr>
          <p:cNvPicPr>
            <a:picLocks noChangeAspect="1"/>
          </p:cNvPicPr>
          <p:nvPr/>
        </p:nvPicPr>
        <p:blipFill>
          <a:blip r:embed="rId3"/>
          <a:stretch>
            <a:fillRect/>
          </a:stretch>
        </p:blipFill>
        <p:spPr>
          <a:xfrm>
            <a:off x="1811112" y="1775648"/>
            <a:ext cx="8325994" cy="3917486"/>
          </a:xfrm>
          <a:prstGeom prst="rect">
            <a:avLst/>
          </a:prstGeom>
        </p:spPr>
      </p:pic>
    </p:spTree>
    <p:extLst>
      <p:ext uri="{BB962C8B-B14F-4D97-AF65-F5344CB8AC3E}">
        <p14:creationId xmlns:p14="http://schemas.microsoft.com/office/powerpoint/2010/main" val="3769977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4B38B-82E8-9AF1-0063-565D6FC2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24901-271A-A6D5-9F62-273CF2DBD15C}"/>
              </a:ext>
            </a:extLst>
          </p:cNvPr>
          <p:cNvSpPr>
            <a:spLocks noGrp="1"/>
          </p:cNvSpPr>
          <p:nvPr>
            <p:ph type="title"/>
          </p:nvPr>
        </p:nvSpPr>
        <p:spPr/>
        <p:txBody>
          <a:bodyPr>
            <a:normAutofit/>
          </a:bodyPr>
          <a:lstStyle/>
          <a:p>
            <a:r>
              <a:rPr lang="en-US" sz="3200" b="1" dirty="0">
                <a:latin typeface="Aptos" panose="020B0004020202020204" pitchFamily="34" charset="0"/>
              </a:rPr>
              <a:t>Unit 4 Lab: Managing Firewall Administrator Accounts</a:t>
            </a:r>
          </a:p>
        </p:txBody>
      </p:sp>
      <p:sp>
        <p:nvSpPr>
          <p:cNvPr id="3" name="Content Placeholder 2">
            <a:extLst>
              <a:ext uri="{FF2B5EF4-FFF2-40B4-BE49-F238E27FC236}">
                <a16:creationId xmlns:a16="http://schemas.microsoft.com/office/drawing/2014/main" id="{891152E5-F7DC-16D9-3021-76F6773E2BD9}"/>
              </a:ext>
            </a:extLst>
          </p:cNvPr>
          <p:cNvSpPr>
            <a:spLocks noGrp="1"/>
          </p:cNvSpPr>
          <p:nvPr>
            <p:ph idx="1"/>
          </p:nvPr>
        </p:nvSpPr>
        <p:spPr/>
        <p:txBody>
          <a:bodyPr/>
          <a:lstStyle/>
          <a:p>
            <a:pPr lvl="0"/>
            <a:r>
              <a:rPr lang="en-US" dirty="0"/>
              <a:t>Load a baseline configuration</a:t>
            </a:r>
          </a:p>
          <a:p>
            <a:pPr lvl="0"/>
            <a:r>
              <a:rPr lang="en-US" dirty="0"/>
              <a:t>Create a local firewall administrator account</a:t>
            </a:r>
          </a:p>
          <a:p>
            <a:pPr lvl="0"/>
            <a:r>
              <a:rPr lang="en-US" dirty="0"/>
              <a:t>Configure an LDAP Server Profile</a:t>
            </a:r>
          </a:p>
          <a:p>
            <a:pPr lvl="0"/>
            <a:r>
              <a:rPr lang="en-US" dirty="0"/>
              <a:t>Configure a RADIUS Server Profile</a:t>
            </a:r>
          </a:p>
          <a:p>
            <a:pPr lvl="0"/>
            <a:r>
              <a:rPr lang="en-US" dirty="0"/>
              <a:t>Configure an LDAP Authentication Profile</a:t>
            </a:r>
          </a:p>
          <a:p>
            <a:pPr lvl="0"/>
            <a:r>
              <a:rPr lang="en-US" dirty="0"/>
              <a:t>Configure a RADIUS Authentication Profile</a:t>
            </a:r>
          </a:p>
          <a:p>
            <a:pPr lvl="0"/>
            <a:r>
              <a:rPr lang="en-US" dirty="0"/>
              <a:t>Configure an Authentication Sequence</a:t>
            </a:r>
          </a:p>
          <a:p>
            <a:pPr lvl="0"/>
            <a:r>
              <a:rPr lang="en-US" dirty="0"/>
              <a:t>Create non-local firewall administrator accounts</a:t>
            </a:r>
          </a:p>
        </p:txBody>
      </p:sp>
    </p:spTree>
    <p:extLst>
      <p:ext uri="{BB962C8B-B14F-4D97-AF65-F5344CB8AC3E}">
        <p14:creationId xmlns:p14="http://schemas.microsoft.com/office/powerpoint/2010/main" val="18082410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C411-B98E-465E-B8AE-31C4112DDA9A}"/>
              </a:ext>
            </a:extLst>
          </p:cNvPr>
          <p:cNvSpPr>
            <a:spLocks noGrp="1"/>
          </p:cNvSpPr>
          <p:nvPr>
            <p:ph type="title"/>
          </p:nvPr>
        </p:nvSpPr>
        <p:spPr/>
        <p:txBody>
          <a:bodyPr/>
          <a:lstStyle/>
          <a:p>
            <a:r>
              <a:rPr lang="en-US" dirty="0"/>
              <a:t>End Content</a:t>
            </a:r>
            <a:endParaRPr lang="en-US" sz="6000" dirty="0"/>
          </a:p>
        </p:txBody>
      </p:sp>
      <p:sp>
        <p:nvSpPr>
          <p:cNvPr id="3" name="Text Placeholder 2">
            <a:extLst>
              <a:ext uri="{FF2B5EF4-FFF2-40B4-BE49-F238E27FC236}">
                <a16:creationId xmlns:a16="http://schemas.microsoft.com/office/drawing/2014/main" id="{BB6D9559-FA33-4567-B0B3-B4BE519ED7E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31693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1955-9888-4203-ADCE-5FF72ADED6CC}"/>
              </a:ext>
            </a:extLst>
          </p:cNvPr>
          <p:cNvSpPr>
            <a:spLocks noGrp="1"/>
          </p:cNvSpPr>
          <p:nvPr>
            <p:ph type="title"/>
          </p:nvPr>
        </p:nvSpPr>
        <p:spPr/>
        <p:txBody>
          <a:bodyPr/>
          <a:lstStyle/>
          <a:p>
            <a:r>
              <a:rPr lang="en-US" dirty="0"/>
              <a:t>Unit 4 Homework</a:t>
            </a:r>
          </a:p>
        </p:txBody>
      </p:sp>
      <p:sp>
        <p:nvSpPr>
          <p:cNvPr id="3" name="Content Placeholder 2">
            <a:extLst>
              <a:ext uri="{FF2B5EF4-FFF2-40B4-BE49-F238E27FC236}">
                <a16:creationId xmlns:a16="http://schemas.microsoft.com/office/drawing/2014/main" id="{490A06E8-2743-4C2B-AE8D-86639956BA4E}"/>
              </a:ext>
            </a:extLst>
          </p:cNvPr>
          <p:cNvSpPr>
            <a:spLocks noGrp="1"/>
          </p:cNvSpPr>
          <p:nvPr>
            <p:ph idx="1"/>
          </p:nvPr>
        </p:nvSpPr>
        <p:spPr/>
        <p:txBody>
          <a:bodyPr/>
          <a:lstStyle/>
          <a:p>
            <a:r>
              <a:rPr lang="en-US" dirty="0">
                <a:latin typeface="Aptos" panose="020B0004020202020204" pitchFamily="34" charset="0"/>
              </a:rPr>
              <a:t>Always check Blackboard for assignments and when they are due.</a:t>
            </a:r>
          </a:p>
          <a:p>
            <a:r>
              <a:rPr lang="en-US" dirty="0">
                <a:solidFill>
                  <a:srgbClr val="000000"/>
                </a:solidFill>
                <a:latin typeface="Aptos" panose="020B0004020202020204" pitchFamily="34" charset="0"/>
              </a:rPr>
              <a:t>Unit 4 Lab: Managing Firewall Administrator Accounts</a:t>
            </a:r>
            <a:endParaRPr lang="en-US" sz="2800" i="0" u="none" strike="noStrike" baseline="0" dirty="0">
              <a:solidFill>
                <a:srgbClr val="000000"/>
              </a:solidFill>
              <a:latin typeface="Aptos" panose="020B0004020202020204" pitchFamily="34" charset="0"/>
            </a:endParaRPr>
          </a:p>
          <a:p>
            <a:r>
              <a:rPr lang="en-US" dirty="0">
                <a:solidFill>
                  <a:srgbClr val="000000"/>
                </a:solidFill>
                <a:latin typeface="Aptos" panose="020B0004020202020204" pitchFamily="34" charset="0"/>
              </a:rPr>
              <a:t>Unit 4 Quiz</a:t>
            </a:r>
            <a:endParaRPr lang="en-US" dirty="0">
              <a:latin typeface="Aptos" panose="020B0004020202020204" pitchFamily="34" charset="0"/>
            </a:endParaRPr>
          </a:p>
        </p:txBody>
      </p:sp>
    </p:spTree>
    <p:extLst>
      <p:ext uri="{BB962C8B-B14F-4D97-AF65-F5344CB8AC3E}">
        <p14:creationId xmlns:p14="http://schemas.microsoft.com/office/powerpoint/2010/main" val="36840902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LAPSEDTIME" val="132.75"/>
  <p:tag name="AUDIO_ID" val="268"/>
  <p:tag name="TIMELINE" val="19.5/23.0/26.3/28.8/31.6/37.0/45.0/49.6/54.2/61.3/63.7/65.4/68.4/78.6/85.2/109.8/115.3/120.0/125.7/128.3/129.6"/>
  <p:tag name="ARTICULATE_SLIDE_PAUSE" val="0"/>
  <p:tag name="ARTICULATE_NAV_LEVEL" val="1"/>
  <p:tag name="ARTICULATE_PLAYLIST_ID" val="-1"/>
</p:tagLst>
</file>

<file path=ppt/tags/tag2.xml><?xml version="1.0" encoding="utf-8"?>
<p:tagLst xmlns:a="http://schemas.openxmlformats.org/drawingml/2006/main" xmlns:r="http://schemas.openxmlformats.org/officeDocument/2006/relationships" xmlns:p="http://schemas.openxmlformats.org/presentationml/2006/main">
  <p:tag name="ELAPSEDTIME" val="132.75"/>
  <p:tag name="AUDIO_ID" val="268"/>
  <p:tag name="TIMELINE" val="19.5/23.0/26.3/28.8/31.6/37.0/45.0/49.6/54.2/61.3/63.7/65.4/68.4/78.6/85.2/109.8/115.3/120.0/125.7/128.3/129.6"/>
  <p:tag name="ARTICULATE_SLIDE_PAUSE" val="0"/>
  <p:tag name="ARTICULATE_NAV_LEVEL" val="1"/>
  <p:tag name="ARTICULATE_PLAYLIST_ID" val="-1"/>
</p:tagLst>
</file>

<file path=ppt/theme/theme1.xml><?xml version="1.0" encoding="utf-8"?>
<a:theme xmlns:a="http://schemas.openxmlformats.org/drawingml/2006/main" name="Mid-State Theme Update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id-State Fonts">
      <a:majorFont>
        <a:latin typeface="Gotham Bold"/>
        <a:ea typeface=""/>
        <a:cs typeface=""/>
      </a:majorFont>
      <a:minorFont>
        <a:latin typeface="Gotham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d-State Theme Updated" id="{6D8C0133-6CFF-4B29-8A06-7CCF3D12A992}" vid="{78E4CC55-3982-400D-BCBE-36A9FE3326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46BE6FBD49FA4EA6B4562BA1BBB753" ma:contentTypeVersion="4" ma:contentTypeDescription="Create a new document." ma:contentTypeScope="" ma:versionID="f78f753672f208cddefa4b688a8a3482">
  <xsd:schema xmlns:xsd="http://www.w3.org/2001/XMLSchema" xmlns:xs="http://www.w3.org/2001/XMLSchema" xmlns:p="http://schemas.microsoft.com/office/2006/metadata/properties" targetNamespace="http://schemas.microsoft.com/office/2006/metadata/properties" ma:root="true" ma:fieldsID="7159840de8fa54d4f0aef5879a55712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0076E6-AFDD-4E56-9B94-5688A61061C3}">
  <ds:schemaRefs>
    <ds:schemaRef ds:uri="http://www.w3.org/XML/1998/namespace"/>
    <ds:schemaRef ds:uri="http://purl.org/dc/elements/1.1/"/>
    <ds:schemaRef ds:uri="http://purl.org/dc/terms/"/>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B80A4533-D9F7-4A7D-A92D-25AFF89CBAB0}">
  <ds:schemaRefs>
    <ds:schemaRef ds:uri="http://schemas.microsoft.com/sharepoint/v3/contenttype/forms"/>
  </ds:schemaRefs>
</ds:datastoreItem>
</file>

<file path=customXml/itemProps3.xml><?xml version="1.0" encoding="utf-8"?>
<ds:datastoreItem xmlns:ds="http://schemas.openxmlformats.org/officeDocument/2006/customXml" ds:itemID="{258837D7-323A-41E9-9DA4-BCC211EC0C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Mid-State Theme Updated</Template>
  <TotalTime>5458</TotalTime>
  <Words>5619</Words>
  <Application>Microsoft Office PowerPoint</Application>
  <PresentationFormat>Widescreen</PresentationFormat>
  <Paragraphs>282</Paragraphs>
  <Slides>41</Slides>
  <Notes>38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Aptos</vt:lpstr>
      <vt:lpstr>Arial</vt:lpstr>
      <vt:lpstr>Calibri</vt:lpstr>
      <vt:lpstr>Courier New</vt:lpstr>
      <vt:lpstr>Gotham Bold</vt:lpstr>
      <vt:lpstr>Gotham Book</vt:lpstr>
      <vt:lpstr>Symbol</vt:lpstr>
      <vt:lpstr>Times New Roman</vt:lpstr>
      <vt:lpstr>Wingdings</vt:lpstr>
      <vt:lpstr>Mid-State Theme Updated</vt:lpstr>
      <vt:lpstr>IT Security 2</vt:lpstr>
      <vt:lpstr>Announcements</vt:lpstr>
      <vt:lpstr>Admin Account Overview</vt:lpstr>
      <vt:lpstr>Flow Logic of the Next-Generation Firewall</vt:lpstr>
      <vt:lpstr>Flow Logic of the Next-Generation Firewall</vt:lpstr>
      <vt:lpstr>PowerPoint Presentation</vt:lpstr>
      <vt:lpstr>PowerPoint Presentation</vt:lpstr>
      <vt:lpstr>Treat Administrator Accounts Like a Toothbrush </vt:lpstr>
      <vt:lpstr>PowerPoint Presentation</vt:lpstr>
      <vt:lpstr>Firewall Authentication &amp; Authorization Overview </vt:lpstr>
      <vt:lpstr>PowerPoint Presentation</vt:lpstr>
      <vt:lpstr>When are Users Authenticated?</vt:lpstr>
      <vt:lpstr>Configure Authentication “to” the Firewall</vt:lpstr>
      <vt:lpstr>Configure Authentication “through” the Firewall</vt:lpstr>
      <vt:lpstr>PowerPoint Presentation</vt:lpstr>
      <vt:lpstr>Summary: When Are Users Authenticated?</vt:lpstr>
      <vt:lpstr>Administrator Accounts and Roles</vt:lpstr>
      <vt:lpstr>Dynamic Admin Roles</vt:lpstr>
      <vt:lpstr>Create Custom Role-Based Admin Roles</vt:lpstr>
      <vt:lpstr>PowerPoint Presentation</vt:lpstr>
      <vt:lpstr>Create a User in the User Database</vt:lpstr>
      <vt:lpstr>Create a Local Database Authentication Profile</vt:lpstr>
      <vt:lpstr>Authentication Profile: Advanced Tab</vt:lpstr>
      <vt:lpstr>Create an Administrator Account from a Local Database User</vt:lpstr>
      <vt:lpstr>PowerPoint Presentation</vt:lpstr>
      <vt:lpstr>Firewall Authentication of Non-Local Passwords</vt:lpstr>
      <vt:lpstr>Configure Server Profiles</vt:lpstr>
      <vt:lpstr>Configure Authentication Profiles</vt:lpstr>
      <vt:lpstr>Configure an Authentication Sequence</vt:lpstr>
      <vt:lpstr>PowerPoint Presentation</vt:lpstr>
      <vt:lpstr>Administrator Authentication Methods</vt:lpstr>
      <vt:lpstr>User Certificate</vt:lpstr>
      <vt:lpstr>Configure a Certificate Profile</vt:lpstr>
      <vt:lpstr>Configure Firewall Authentication Settings</vt:lpstr>
      <vt:lpstr>PowerPoint Presentation</vt:lpstr>
      <vt:lpstr>Discussion</vt:lpstr>
      <vt:lpstr>PowerPoint Presentation</vt:lpstr>
      <vt:lpstr>Unit 4 Lab: Overview</vt:lpstr>
      <vt:lpstr>Unit 4 Lab: Managing Firewall Administrator Accounts</vt:lpstr>
      <vt:lpstr>End Content</vt:lpstr>
      <vt:lpstr>Unit 4 Homework</vt:lpstr>
    </vt:vector>
  </TitlesOfParts>
  <Company>Mid-State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Turner, Lea Ann</dc:creator>
  <cp:lastModifiedBy>Brian P Krause</cp:lastModifiedBy>
  <cp:revision>10</cp:revision>
  <dcterms:created xsi:type="dcterms:W3CDTF">2019-02-18T22:56:33Z</dcterms:created>
  <dcterms:modified xsi:type="dcterms:W3CDTF">2025-09-16T00:07:30Z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0x0101008C46BE6FBD49FA4EA6B4562BA1BBB753</vt:lpwstr>
  </property>
</Properties>
</file>